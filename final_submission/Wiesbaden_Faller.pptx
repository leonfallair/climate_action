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022971-9253-4A36-B881-EAFE70586FE8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928C6CD-2327-47B8-93FC-2D74473BF943}">
      <dgm:prSet/>
      <dgm:spPr/>
      <dgm:t>
        <a:bodyPr/>
        <a:lstStyle/>
        <a:p>
          <a:r>
            <a:rPr lang="de-DE"/>
            <a:t>Motiviation &amp; Ziel</a:t>
          </a:r>
          <a:endParaRPr lang="en-US"/>
        </a:p>
      </dgm:t>
    </dgm:pt>
    <dgm:pt modelId="{A79C7A90-D361-499E-A452-C635871F8B04}" type="parTrans" cxnId="{F62D9A2A-0D35-456F-8205-472A83962576}">
      <dgm:prSet/>
      <dgm:spPr/>
      <dgm:t>
        <a:bodyPr/>
        <a:lstStyle/>
        <a:p>
          <a:endParaRPr lang="en-US"/>
        </a:p>
      </dgm:t>
    </dgm:pt>
    <dgm:pt modelId="{15BF6C20-9AFD-4BFD-A74C-C414436E7D23}" type="sibTrans" cxnId="{F62D9A2A-0D35-456F-8205-472A83962576}">
      <dgm:prSet/>
      <dgm:spPr/>
      <dgm:t>
        <a:bodyPr/>
        <a:lstStyle/>
        <a:p>
          <a:endParaRPr lang="en-US"/>
        </a:p>
      </dgm:t>
    </dgm:pt>
    <dgm:pt modelId="{9D3BA1AB-3DBA-41A7-B60F-950F4304CBAB}">
      <dgm:prSet/>
      <dgm:spPr/>
      <dgm:t>
        <a:bodyPr/>
        <a:lstStyle/>
        <a:p>
          <a:r>
            <a:rPr lang="de-DE" dirty="0"/>
            <a:t>Methodik</a:t>
          </a:r>
          <a:endParaRPr lang="en-US" dirty="0"/>
        </a:p>
      </dgm:t>
    </dgm:pt>
    <dgm:pt modelId="{3BE1B191-6146-46A8-9ACC-34ABC06A5FD1}" type="parTrans" cxnId="{970F5DD7-FAE7-4910-9BFD-AA48D2469EA0}">
      <dgm:prSet/>
      <dgm:spPr/>
      <dgm:t>
        <a:bodyPr/>
        <a:lstStyle/>
        <a:p>
          <a:endParaRPr lang="en-US"/>
        </a:p>
      </dgm:t>
    </dgm:pt>
    <dgm:pt modelId="{2FBCF7EB-5003-4AA5-8A76-1FBEBF348E91}" type="sibTrans" cxnId="{970F5DD7-FAE7-4910-9BFD-AA48D2469EA0}">
      <dgm:prSet/>
      <dgm:spPr/>
      <dgm:t>
        <a:bodyPr/>
        <a:lstStyle/>
        <a:p>
          <a:endParaRPr lang="en-US"/>
        </a:p>
      </dgm:t>
    </dgm:pt>
    <dgm:pt modelId="{520022E9-C480-4E62-BFA1-B165D3AD94F1}">
      <dgm:prSet/>
      <dgm:spPr/>
      <dgm:t>
        <a:bodyPr/>
        <a:lstStyle/>
        <a:p>
          <a:r>
            <a:rPr lang="de-DE" dirty="0"/>
            <a:t>Ergebnisse</a:t>
          </a:r>
          <a:endParaRPr lang="en-US" dirty="0"/>
        </a:p>
      </dgm:t>
    </dgm:pt>
    <dgm:pt modelId="{0C1F735D-F96B-4F1E-8110-85711478D90E}" type="parTrans" cxnId="{2F1EE32D-2F9C-4ED8-9607-0672109315ED}">
      <dgm:prSet/>
      <dgm:spPr/>
      <dgm:t>
        <a:bodyPr/>
        <a:lstStyle/>
        <a:p>
          <a:endParaRPr lang="en-US"/>
        </a:p>
      </dgm:t>
    </dgm:pt>
    <dgm:pt modelId="{962DBA72-FDE8-48F1-AFF9-83E946E44034}" type="sibTrans" cxnId="{2F1EE32D-2F9C-4ED8-9607-0672109315ED}">
      <dgm:prSet/>
      <dgm:spPr/>
      <dgm:t>
        <a:bodyPr/>
        <a:lstStyle/>
        <a:p>
          <a:endParaRPr lang="en-US"/>
        </a:p>
      </dgm:t>
    </dgm:pt>
    <dgm:pt modelId="{D01A1385-A574-4769-ABA1-E042743F5E79}">
      <dgm:prSet/>
      <dgm:spPr/>
      <dgm:t>
        <a:bodyPr/>
        <a:lstStyle/>
        <a:p>
          <a:r>
            <a:rPr lang="de-DE"/>
            <a:t>Fazit &amp; Ausblick</a:t>
          </a:r>
          <a:endParaRPr lang="en-US"/>
        </a:p>
      </dgm:t>
    </dgm:pt>
    <dgm:pt modelId="{169F60E0-4EF8-4BC9-8884-1B8C9E983B83}" type="parTrans" cxnId="{38312437-106D-4A48-AA9E-93CC3FBAEA84}">
      <dgm:prSet/>
      <dgm:spPr/>
      <dgm:t>
        <a:bodyPr/>
        <a:lstStyle/>
        <a:p>
          <a:endParaRPr lang="en-US"/>
        </a:p>
      </dgm:t>
    </dgm:pt>
    <dgm:pt modelId="{D7E98F29-2849-4AC2-80A2-9B3157CFD974}" type="sibTrans" cxnId="{38312437-106D-4A48-AA9E-93CC3FBAEA84}">
      <dgm:prSet/>
      <dgm:spPr/>
      <dgm:t>
        <a:bodyPr/>
        <a:lstStyle/>
        <a:p>
          <a:endParaRPr lang="en-US"/>
        </a:p>
      </dgm:t>
    </dgm:pt>
    <dgm:pt modelId="{A54A9D72-9939-4C06-BD39-E8C924F05CA4}">
      <dgm:prSet/>
      <dgm:spPr/>
      <dgm:t>
        <a:bodyPr/>
        <a:lstStyle/>
        <a:p>
          <a:r>
            <a:rPr lang="de-DE"/>
            <a:t>Literatur</a:t>
          </a:r>
          <a:endParaRPr lang="en-US"/>
        </a:p>
      </dgm:t>
    </dgm:pt>
    <dgm:pt modelId="{CC877955-99E2-44B6-9FEC-EF1CB2CCE44D}" type="parTrans" cxnId="{4C8DAB22-E9EE-4E58-9B4E-D4ECEA48F15A}">
      <dgm:prSet/>
      <dgm:spPr/>
      <dgm:t>
        <a:bodyPr/>
        <a:lstStyle/>
        <a:p>
          <a:endParaRPr lang="en-US"/>
        </a:p>
      </dgm:t>
    </dgm:pt>
    <dgm:pt modelId="{E8CB9BEF-0CD1-4C02-9CE9-3884A7D78D0C}" type="sibTrans" cxnId="{4C8DAB22-E9EE-4E58-9B4E-D4ECEA48F15A}">
      <dgm:prSet/>
      <dgm:spPr/>
      <dgm:t>
        <a:bodyPr/>
        <a:lstStyle/>
        <a:p>
          <a:endParaRPr lang="en-US"/>
        </a:p>
      </dgm:t>
    </dgm:pt>
    <dgm:pt modelId="{A3893A5E-7FEA-4B69-87B7-714ADB1CCD87}" type="pres">
      <dgm:prSet presAssocID="{1C022971-9253-4A36-B881-EAFE70586FE8}" presName="vert0" presStyleCnt="0">
        <dgm:presLayoutVars>
          <dgm:dir/>
          <dgm:animOne val="branch"/>
          <dgm:animLvl val="lvl"/>
        </dgm:presLayoutVars>
      </dgm:prSet>
      <dgm:spPr/>
    </dgm:pt>
    <dgm:pt modelId="{C905EF33-BA30-4199-AAB7-25DF3367E099}" type="pres">
      <dgm:prSet presAssocID="{3928C6CD-2327-47B8-93FC-2D74473BF943}" presName="thickLine" presStyleLbl="alignNode1" presStyleIdx="0" presStyleCnt="5"/>
      <dgm:spPr/>
    </dgm:pt>
    <dgm:pt modelId="{6204E1CE-55F6-4E86-82A5-4DCCA72C2349}" type="pres">
      <dgm:prSet presAssocID="{3928C6CD-2327-47B8-93FC-2D74473BF943}" presName="horz1" presStyleCnt="0"/>
      <dgm:spPr/>
    </dgm:pt>
    <dgm:pt modelId="{2393C599-84B4-4B9E-AD50-08847FEB2D91}" type="pres">
      <dgm:prSet presAssocID="{3928C6CD-2327-47B8-93FC-2D74473BF943}" presName="tx1" presStyleLbl="revTx" presStyleIdx="0" presStyleCnt="5"/>
      <dgm:spPr/>
    </dgm:pt>
    <dgm:pt modelId="{F5C80CBA-DFE0-4CFB-95A5-5E6AE33987C0}" type="pres">
      <dgm:prSet presAssocID="{3928C6CD-2327-47B8-93FC-2D74473BF943}" presName="vert1" presStyleCnt="0"/>
      <dgm:spPr/>
    </dgm:pt>
    <dgm:pt modelId="{2F1C5E23-8F50-443A-AF2A-D32DA45C91D7}" type="pres">
      <dgm:prSet presAssocID="{9D3BA1AB-3DBA-41A7-B60F-950F4304CBAB}" presName="thickLine" presStyleLbl="alignNode1" presStyleIdx="1" presStyleCnt="5"/>
      <dgm:spPr/>
    </dgm:pt>
    <dgm:pt modelId="{4E89662C-35B1-4105-992E-BE028CAE664F}" type="pres">
      <dgm:prSet presAssocID="{9D3BA1AB-3DBA-41A7-B60F-950F4304CBAB}" presName="horz1" presStyleCnt="0"/>
      <dgm:spPr/>
    </dgm:pt>
    <dgm:pt modelId="{F6ACCC60-A430-4C3D-A756-42E188AC77B0}" type="pres">
      <dgm:prSet presAssocID="{9D3BA1AB-3DBA-41A7-B60F-950F4304CBAB}" presName="tx1" presStyleLbl="revTx" presStyleIdx="1" presStyleCnt="5"/>
      <dgm:spPr/>
    </dgm:pt>
    <dgm:pt modelId="{F920D48A-3B62-4E4C-A328-64DEA10A609B}" type="pres">
      <dgm:prSet presAssocID="{9D3BA1AB-3DBA-41A7-B60F-950F4304CBAB}" presName="vert1" presStyleCnt="0"/>
      <dgm:spPr/>
    </dgm:pt>
    <dgm:pt modelId="{3AB98499-10A6-4695-9998-E59DD51A0444}" type="pres">
      <dgm:prSet presAssocID="{520022E9-C480-4E62-BFA1-B165D3AD94F1}" presName="thickLine" presStyleLbl="alignNode1" presStyleIdx="2" presStyleCnt="5"/>
      <dgm:spPr/>
    </dgm:pt>
    <dgm:pt modelId="{6C7FEC81-AA5A-42A1-BB43-749ED7620C1A}" type="pres">
      <dgm:prSet presAssocID="{520022E9-C480-4E62-BFA1-B165D3AD94F1}" presName="horz1" presStyleCnt="0"/>
      <dgm:spPr/>
    </dgm:pt>
    <dgm:pt modelId="{404663FE-5AE7-40A6-94B1-E1C3781A46D4}" type="pres">
      <dgm:prSet presAssocID="{520022E9-C480-4E62-BFA1-B165D3AD94F1}" presName="tx1" presStyleLbl="revTx" presStyleIdx="2" presStyleCnt="5"/>
      <dgm:spPr/>
    </dgm:pt>
    <dgm:pt modelId="{C358718A-DFBE-4CBA-B21A-ED970AFE758C}" type="pres">
      <dgm:prSet presAssocID="{520022E9-C480-4E62-BFA1-B165D3AD94F1}" presName="vert1" presStyleCnt="0"/>
      <dgm:spPr/>
    </dgm:pt>
    <dgm:pt modelId="{DDD2313D-5108-4A18-B234-8B369D88F9DA}" type="pres">
      <dgm:prSet presAssocID="{D01A1385-A574-4769-ABA1-E042743F5E79}" presName="thickLine" presStyleLbl="alignNode1" presStyleIdx="3" presStyleCnt="5"/>
      <dgm:spPr/>
    </dgm:pt>
    <dgm:pt modelId="{4F7D9253-7795-44A2-BECE-FE7ECE921B7B}" type="pres">
      <dgm:prSet presAssocID="{D01A1385-A574-4769-ABA1-E042743F5E79}" presName="horz1" presStyleCnt="0"/>
      <dgm:spPr/>
    </dgm:pt>
    <dgm:pt modelId="{37028489-2B11-4CBE-BD12-5010EBD835E2}" type="pres">
      <dgm:prSet presAssocID="{D01A1385-A574-4769-ABA1-E042743F5E79}" presName="tx1" presStyleLbl="revTx" presStyleIdx="3" presStyleCnt="5"/>
      <dgm:spPr/>
    </dgm:pt>
    <dgm:pt modelId="{A99FD6D8-A3FC-44E7-A3EE-10D734EA66D0}" type="pres">
      <dgm:prSet presAssocID="{D01A1385-A574-4769-ABA1-E042743F5E79}" presName="vert1" presStyleCnt="0"/>
      <dgm:spPr/>
    </dgm:pt>
    <dgm:pt modelId="{FFE44DAE-BDE3-4937-91E9-829E363488D0}" type="pres">
      <dgm:prSet presAssocID="{A54A9D72-9939-4C06-BD39-E8C924F05CA4}" presName="thickLine" presStyleLbl="alignNode1" presStyleIdx="4" presStyleCnt="5"/>
      <dgm:spPr/>
    </dgm:pt>
    <dgm:pt modelId="{EE575FF7-1A3B-45C2-AE77-4586974BD6E2}" type="pres">
      <dgm:prSet presAssocID="{A54A9D72-9939-4C06-BD39-E8C924F05CA4}" presName="horz1" presStyleCnt="0"/>
      <dgm:spPr/>
    </dgm:pt>
    <dgm:pt modelId="{E442F74C-437F-44C6-93CF-513DB3AF203D}" type="pres">
      <dgm:prSet presAssocID="{A54A9D72-9939-4C06-BD39-E8C924F05CA4}" presName="tx1" presStyleLbl="revTx" presStyleIdx="4" presStyleCnt="5"/>
      <dgm:spPr/>
    </dgm:pt>
    <dgm:pt modelId="{257B3B2C-43E4-4CAE-A0B7-5BBB1AED2D1D}" type="pres">
      <dgm:prSet presAssocID="{A54A9D72-9939-4C06-BD39-E8C924F05CA4}" presName="vert1" presStyleCnt="0"/>
      <dgm:spPr/>
    </dgm:pt>
  </dgm:ptLst>
  <dgm:cxnLst>
    <dgm:cxn modelId="{4C8DAB22-E9EE-4E58-9B4E-D4ECEA48F15A}" srcId="{1C022971-9253-4A36-B881-EAFE70586FE8}" destId="{A54A9D72-9939-4C06-BD39-E8C924F05CA4}" srcOrd="4" destOrd="0" parTransId="{CC877955-99E2-44B6-9FEC-EF1CB2CCE44D}" sibTransId="{E8CB9BEF-0CD1-4C02-9CE9-3884A7D78D0C}"/>
    <dgm:cxn modelId="{F62D9A2A-0D35-456F-8205-472A83962576}" srcId="{1C022971-9253-4A36-B881-EAFE70586FE8}" destId="{3928C6CD-2327-47B8-93FC-2D74473BF943}" srcOrd="0" destOrd="0" parTransId="{A79C7A90-D361-499E-A452-C635871F8B04}" sibTransId="{15BF6C20-9AFD-4BFD-A74C-C414436E7D23}"/>
    <dgm:cxn modelId="{2F1EE32D-2F9C-4ED8-9607-0672109315ED}" srcId="{1C022971-9253-4A36-B881-EAFE70586FE8}" destId="{520022E9-C480-4E62-BFA1-B165D3AD94F1}" srcOrd="2" destOrd="0" parTransId="{0C1F735D-F96B-4F1E-8110-85711478D90E}" sibTransId="{962DBA72-FDE8-48F1-AFF9-83E946E44034}"/>
    <dgm:cxn modelId="{38312437-106D-4A48-AA9E-93CC3FBAEA84}" srcId="{1C022971-9253-4A36-B881-EAFE70586FE8}" destId="{D01A1385-A574-4769-ABA1-E042743F5E79}" srcOrd="3" destOrd="0" parTransId="{169F60E0-4EF8-4BC9-8884-1B8C9E983B83}" sibTransId="{D7E98F29-2849-4AC2-80A2-9B3157CFD974}"/>
    <dgm:cxn modelId="{3867D84E-B98D-469E-AEE9-0C7EE7F5DB45}" type="presOf" srcId="{D01A1385-A574-4769-ABA1-E042743F5E79}" destId="{37028489-2B11-4CBE-BD12-5010EBD835E2}" srcOrd="0" destOrd="0" presId="urn:microsoft.com/office/officeart/2008/layout/LinedList"/>
    <dgm:cxn modelId="{4F571F54-0DD4-4878-ACB8-781D5C248242}" type="presOf" srcId="{520022E9-C480-4E62-BFA1-B165D3AD94F1}" destId="{404663FE-5AE7-40A6-94B1-E1C3781A46D4}" srcOrd="0" destOrd="0" presId="urn:microsoft.com/office/officeart/2008/layout/LinedList"/>
    <dgm:cxn modelId="{66C82E89-FA20-4EAF-BCEB-F710685E886C}" type="presOf" srcId="{3928C6CD-2327-47B8-93FC-2D74473BF943}" destId="{2393C599-84B4-4B9E-AD50-08847FEB2D91}" srcOrd="0" destOrd="0" presId="urn:microsoft.com/office/officeart/2008/layout/LinedList"/>
    <dgm:cxn modelId="{DF62A98C-6FC9-4ECC-957B-56E54C5C5591}" type="presOf" srcId="{1C022971-9253-4A36-B881-EAFE70586FE8}" destId="{A3893A5E-7FEA-4B69-87B7-714ADB1CCD87}" srcOrd="0" destOrd="0" presId="urn:microsoft.com/office/officeart/2008/layout/LinedList"/>
    <dgm:cxn modelId="{A0B95DCD-3719-47AC-8806-4CE5CC9EAF36}" type="presOf" srcId="{9D3BA1AB-3DBA-41A7-B60F-950F4304CBAB}" destId="{F6ACCC60-A430-4C3D-A756-42E188AC77B0}" srcOrd="0" destOrd="0" presId="urn:microsoft.com/office/officeart/2008/layout/LinedList"/>
    <dgm:cxn modelId="{E3AD5ED5-1E9A-431F-A8CB-F6088F7A075D}" type="presOf" srcId="{A54A9D72-9939-4C06-BD39-E8C924F05CA4}" destId="{E442F74C-437F-44C6-93CF-513DB3AF203D}" srcOrd="0" destOrd="0" presId="urn:microsoft.com/office/officeart/2008/layout/LinedList"/>
    <dgm:cxn modelId="{970F5DD7-FAE7-4910-9BFD-AA48D2469EA0}" srcId="{1C022971-9253-4A36-B881-EAFE70586FE8}" destId="{9D3BA1AB-3DBA-41A7-B60F-950F4304CBAB}" srcOrd="1" destOrd="0" parTransId="{3BE1B191-6146-46A8-9ACC-34ABC06A5FD1}" sibTransId="{2FBCF7EB-5003-4AA5-8A76-1FBEBF348E91}"/>
    <dgm:cxn modelId="{8452B5C5-6F32-4DE8-929A-27839E78B31E}" type="presParOf" srcId="{A3893A5E-7FEA-4B69-87B7-714ADB1CCD87}" destId="{C905EF33-BA30-4199-AAB7-25DF3367E099}" srcOrd="0" destOrd="0" presId="urn:microsoft.com/office/officeart/2008/layout/LinedList"/>
    <dgm:cxn modelId="{298F94AA-3E9C-42E9-9AF2-DA6011459961}" type="presParOf" srcId="{A3893A5E-7FEA-4B69-87B7-714ADB1CCD87}" destId="{6204E1CE-55F6-4E86-82A5-4DCCA72C2349}" srcOrd="1" destOrd="0" presId="urn:microsoft.com/office/officeart/2008/layout/LinedList"/>
    <dgm:cxn modelId="{2FAF14EC-0D05-41C4-A222-D91B7280CDEA}" type="presParOf" srcId="{6204E1CE-55F6-4E86-82A5-4DCCA72C2349}" destId="{2393C599-84B4-4B9E-AD50-08847FEB2D91}" srcOrd="0" destOrd="0" presId="urn:microsoft.com/office/officeart/2008/layout/LinedList"/>
    <dgm:cxn modelId="{65EEDE69-D95E-40D8-AAA2-EE529E92553D}" type="presParOf" srcId="{6204E1CE-55F6-4E86-82A5-4DCCA72C2349}" destId="{F5C80CBA-DFE0-4CFB-95A5-5E6AE33987C0}" srcOrd="1" destOrd="0" presId="urn:microsoft.com/office/officeart/2008/layout/LinedList"/>
    <dgm:cxn modelId="{E05FDA9F-708B-4547-9C01-49DD8E09F5A3}" type="presParOf" srcId="{A3893A5E-7FEA-4B69-87B7-714ADB1CCD87}" destId="{2F1C5E23-8F50-443A-AF2A-D32DA45C91D7}" srcOrd="2" destOrd="0" presId="urn:microsoft.com/office/officeart/2008/layout/LinedList"/>
    <dgm:cxn modelId="{E60329DC-E030-4A01-B457-63C84BEFF629}" type="presParOf" srcId="{A3893A5E-7FEA-4B69-87B7-714ADB1CCD87}" destId="{4E89662C-35B1-4105-992E-BE028CAE664F}" srcOrd="3" destOrd="0" presId="urn:microsoft.com/office/officeart/2008/layout/LinedList"/>
    <dgm:cxn modelId="{578A5520-7599-45DF-A0D9-A1ECC3BF95C7}" type="presParOf" srcId="{4E89662C-35B1-4105-992E-BE028CAE664F}" destId="{F6ACCC60-A430-4C3D-A756-42E188AC77B0}" srcOrd="0" destOrd="0" presId="urn:microsoft.com/office/officeart/2008/layout/LinedList"/>
    <dgm:cxn modelId="{73E80CB2-4028-4D15-B613-BEE32B51AF6B}" type="presParOf" srcId="{4E89662C-35B1-4105-992E-BE028CAE664F}" destId="{F920D48A-3B62-4E4C-A328-64DEA10A609B}" srcOrd="1" destOrd="0" presId="urn:microsoft.com/office/officeart/2008/layout/LinedList"/>
    <dgm:cxn modelId="{6847F9AE-44BF-4DCE-A5A0-65ECB2D3774B}" type="presParOf" srcId="{A3893A5E-7FEA-4B69-87B7-714ADB1CCD87}" destId="{3AB98499-10A6-4695-9998-E59DD51A0444}" srcOrd="4" destOrd="0" presId="urn:microsoft.com/office/officeart/2008/layout/LinedList"/>
    <dgm:cxn modelId="{72A68D3F-93A5-450F-9744-938B826B60C0}" type="presParOf" srcId="{A3893A5E-7FEA-4B69-87B7-714ADB1CCD87}" destId="{6C7FEC81-AA5A-42A1-BB43-749ED7620C1A}" srcOrd="5" destOrd="0" presId="urn:microsoft.com/office/officeart/2008/layout/LinedList"/>
    <dgm:cxn modelId="{3B917725-F326-4637-9651-595284E219D5}" type="presParOf" srcId="{6C7FEC81-AA5A-42A1-BB43-749ED7620C1A}" destId="{404663FE-5AE7-40A6-94B1-E1C3781A46D4}" srcOrd="0" destOrd="0" presId="urn:microsoft.com/office/officeart/2008/layout/LinedList"/>
    <dgm:cxn modelId="{F835CB40-C6AC-477F-91AB-3E2C632C1B78}" type="presParOf" srcId="{6C7FEC81-AA5A-42A1-BB43-749ED7620C1A}" destId="{C358718A-DFBE-4CBA-B21A-ED970AFE758C}" srcOrd="1" destOrd="0" presId="urn:microsoft.com/office/officeart/2008/layout/LinedList"/>
    <dgm:cxn modelId="{94C2C261-AE6C-49B7-B173-36AE9242B8E9}" type="presParOf" srcId="{A3893A5E-7FEA-4B69-87B7-714ADB1CCD87}" destId="{DDD2313D-5108-4A18-B234-8B369D88F9DA}" srcOrd="6" destOrd="0" presId="urn:microsoft.com/office/officeart/2008/layout/LinedList"/>
    <dgm:cxn modelId="{0DE615EE-191E-480E-A462-7F785D7177B3}" type="presParOf" srcId="{A3893A5E-7FEA-4B69-87B7-714ADB1CCD87}" destId="{4F7D9253-7795-44A2-BECE-FE7ECE921B7B}" srcOrd="7" destOrd="0" presId="urn:microsoft.com/office/officeart/2008/layout/LinedList"/>
    <dgm:cxn modelId="{E8AE0F4B-6001-4843-87BF-96A15A8E5B27}" type="presParOf" srcId="{4F7D9253-7795-44A2-BECE-FE7ECE921B7B}" destId="{37028489-2B11-4CBE-BD12-5010EBD835E2}" srcOrd="0" destOrd="0" presId="urn:microsoft.com/office/officeart/2008/layout/LinedList"/>
    <dgm:cxn modelId="{47F3F545-F34D-4E1A-8DA6-8C844FBE8872}" type="presParOf" srcId="{4F7D9253-7795-44A2-BECE-FE7ECE921B7B}" destId="{A99FD6D8-A3FC-44E7-A3EE-10D734EA66D0}" srcOrd="1" destOrd="0" presId="urn:microsoft.com/office/officeart/2008/layout/LinedList"/>
    <dgm:cxn modelId="{55874DDC-1DF3-4B8A-BE2B-750C590F38FB}" type="presParOf" srcId="{A3893A5E-7FEA-4B69-87B7-714ADB1CCD87}" destId="{FFE44DAE-BDE3-4937-91E9-829E363488D0}" srcOrd="8" destOrd="0" presId="urn:microsoft.com/office/officeart/2008/layout/LinedList"/>
    <dgm:cxn modelId="{CFF4403D-EC1C-47F6-8079-A67BC17A9F9B}" type="presParOf" srcId="{A3893A5E-7FEA-4B69-87B7-714ADB1CCD87}" destId="{EE575FF7-1A3B-45C2-AE77-4586974BD6E2}" srcOrd="9" destOrd="0" presId="urn:microsoft.com/office/officeart/2008/layout/LinedList"/>
    <dgm:cxn modelId="{C64BC9E8-D252-4F81-98E5-CDADDC3CC6B3}" type="presParOf" srcId="{EE575FF7-1A3B-45C2-AE77-4586974BD6E2}" destId="{E442F74C-437F-44C6-93CF-513DB3AF203D}" srcOrd="0" destOrd="0" presId="urn:microsoft.com/office/officeart/2008/layout/LinedList"/>
    <dgm:cxn modelId="{F6155D7B-2B8E-4010-A721-B09541784CD2}" type="presParOf" srcId="{EE575FF7-1A3B-45C2-AE77-4586974BD6E2}" destId="{257B3B2C-43E4-4CAE-A0B7-5BBB1AED2D1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AA460E2-7C19-4314-866C-4E509270C558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FA90D9D-B6A1-462E-B8A2-359922C3B81B}">
      <dgm:prSet/>
      <dgm:spPr/>
      <dgm:t>
        <a:bodyPr/>
        <a:lstStyle/>
        <a:p>
          <a:r>
            <a:rPr lang="en-US" dirty="0"/>
            <a:t>• </a:t>
          </a:r>
          <a:r>
            <a:rPr lang="en-US" dirty="0" err="1"/>
            <a:t>Zunehmende</a:t>
          </a:r>
          <a:r>
            <a:rPr lang="en-US" dirty="0"/>
            <a:t> </a:t>
          </a:r>
          <a:r>
            <a:rPr lang="en-US" dirty="0" err="1"/>
            <a:t>Hitzebelastung</a:t>
          </a:r>
          <a:r>
            <a:rPr lang="en-US" dirty="0"/>
            <a:t> in </a:t>
          </a:r>
          <a:r>
            <a:rPr lang="en-US" dirty="0" err="1"/>
            <a:t>Städten</a:t>
          </a:r>
          <a:endParaRPr lang="en-US" dirty="0"/>
        </a:p>
      </dgm:t>
    </dgm:pt>
    <dgm:pt modelId="{CABC6C3C-BE20-4158-8C12-ECBA032B8A84}" type="parTrans" cxnId="{BD9A9DDF-FF9A-437C-AD85-D0229F3E3C2A}">
      <dgm:prSet/>
      <dgm:spPr/>
      <dgm:t>
        <a:bodyPr/>
        <a:lstStyle/>
        <a:p>
          <a:endParaRPr lang="en-US"/>
        </a:p>
      </dgm:t>
    </dgm:pt>
    <dgm:pt modelId="{1DA5A451-4818-4211-A855-360DD546F7E6}" type="sibTrans" cxnId="{BD9A9DDF-FF9A-437C-AD85-D0229F3E3C2A}">
      <dgm:prSet/>
      <dgm:spPr/>
      <dgm:t>
        <a:bodyPr/>
        <a:lstStyle/>
        <a:p>
          <a:endParaRPr lang="en-US"/>
        </a:p>
      </dgm:t>
    </dgm:pt>
    <dgm:pt modelId="{59F39D66-A500-4563-BFDA-C8319BE9DABD}">
      <dgm:prSet/>
      <dgm:spPr/>
      <dgm:t>
        <a:bodyPr/>
        <a:lstStyle/>
        <a:p>
          <a:r>
            <a:rPr lang="en-US" dirty="0"/>
            <a:t>• </a:t>
          </a:r>
          <a:r>
            <a:rPr lang="en-US" dirty="0" err="1"/>
            <a:t>Kombination</a:t>
          </a:r>
          <a:r>
            <a:rPr lang="en-US" dirty="0"/>
            <a:t> </a:t>
          </a:r>
          <a:r>
            <a:rPr lang="en-US" dirty="0" err="1"/>
            <a:t>aus</a:t>
          </a:r>
          <a:r>
            <a:rPr lang="en-US" dirty="0"/>
            <a:t> LCZ (Locale Climate Zone), LST (Land Surface Temperature) und </a:t>
          </a:r>
          <a:r>
            <a:rPr lang="en-US" dirty="0" err="1"/>
            <a:t>Grünflächenerreichbarkeit</a:t>
          </a:r>
          <a:endParaRPr lang="en-US" dirty="0"/>
        </a:p>
      </dgm:t>
    </dgm:pt>
    <dgm:pt modelId="{72594939-0EAC-47A2-B19B-01ACC0648821}" type="parTrans" cxnId="{F231CCAF-A463-41BA-9667-C21EEB62B4A8}">
      <dgm:prSet/>
      <dgm:spPr/>
      <dgm:t>
        <a:bodyPr/>
        <a:lstStyle/>
        <a:p>
          <a:endParaRPr lang="en-US"/>
        </a:p>
      </dgm:t>
    </dgm:pt>
    <dgm:pt modelId="{47662299-BBEC-4444-B3AE-B4C4BB457F57}" type="sibTrans" cxnId="{F231CCAF-A463-41BA-9667-C21EEB62B4A8}">
      <dgm:prSet/>
      <dgm:spPr/>
      <dgm:t>
        <a:bodyPr/>
        <a:lstStyle/>
        <a:p>
          <a:endParaRPr lang="en-US"/>
        </a:p>
      </dgm:t>
    </dgm:pt>
    <dgm:pt modelId="{86BD6E38-FC31-49F4-BE82-50FE57E18B5F}">
      <dgm:prSet/>
      <dgm:spPr/>
      <dgm:t>
        <a:bodyPr/>
        <a:lstStyle/>
        <a:p>
          <a:r>
            <a:rPr lang="en-US"/>
            <a:t>• Ziel: Identifikation vulnerabler Wohngebiete</a:t>
          </a:r>
        </a:p>
      </dgm:t>
    </dgm:pt>
    <dgm:pt modelId="{8BBAAE86-DE40-44EC-807C-07AC6B04658A}" type="parTrans" cxnId="{F425C528-36FC-446D-B699-99B91C44C6C1}">
      <dgm:prSet/>
      <dgm:spPr/>
      <dgm:t>
        <a:bodyPr/>
        <a:lstStyle/>
        <a:p>
          <a:endParaRPr lang="en-US"/>
        </a:p>
      </dgm:t>
    </dgm:pt>
    <dgm:pt modelId="{C003AAD8-1E53-4048-90F6-AED4CE544BF6}" type="sibTrans" cxnId="{F425C528-36FC-446D-B699-99B91C44C6C1}">
      <dgm:prSet/>
      <dgm:spPr/>
      <dgm:t>
        <a:bodyPr/>
        <a:lstStyle/>
        <a:p>
          <a:endParaRPr lang="en-US"/>
        </a:p>
      </dgm:t>
    </dgm:pt>
    <dgm:pt modelId="{B833CE55-FCEC-4453-8B23-262835996B64}" type="pres">
      <dgm:prSet presAssocID="{FAA460E2-7C19-4314-866C-4E509270C558}" presName="vert0" presStyleCnt="0">
        <dgm:presLayoutVars>
          <dgm:dir/>
          <dgm:animOne val="branch"/>
          <dgm:animLvl val="lvl"/>
        </dgm:presLayoutVars>
      </dgm:prSet>
      <dgm:spPr/>
    </dgm:pt>
    <dgm:pt modelId="{034219B4-4805-4053-A1AB-425AC345A961}" type="pres">
      <dgm:prSet presAssocID="{8FA90D9D-B6A1-462E-B8A2-359922C3B81B}" presName="thickLine" presStyleLbl="alignNode1" presStyleIdx="0" presStyleCnt="3"/>
      <dgm:spPr/>
    </dgm:pt>
    <dgm:pt modelId="{E7833D46-735F-4C70-BB7D-4C4DA033D38C}" type="pres">
      <dgm:prSet presAssocID="{8FA90D9D-B6A1-462E-B8A2-359922C3B81B}" presName="horz1" presStyleCnt="0"/>
      <dgm:spPr/>
    </dgm:pt>
    <dgm:pt modelId="{40917610-0214-4DD6-9ED8-42F94C92937D}" type="pres">
      <dgm:prSet presAssocID="{8FA90D9D-B6A1-462E-B8A2-359922C3B81B}" presName="tx1" presStyleLbl="revTx" presStyleIdx="0" presStyleCnt="3"/>
      <dgm:spPr/>
    </dgm:pt>
    <dgm:pt modelId="{6B95A23D-D396-474F-B172-C4B842BEBA63}" type="pres">
      <dgm:prSet presAssocID="{8FA90D9D-B6A1-462E-B8A2-359922C3B81B}" presName="vert1" presStyleCnt="0"/>
      <dgm:spPr/>
    </dgm:pt>
    <dgm:pt modelId="{CA45CBBB-2E4F-4994-8302-D3F8FCC8B0A2}" type="pres">
      <dgm:prSet presAssocID="{59F39D66-A500-4563-BFDA-C8319BE9DABD}" presName="thickLine" presStyleLbl="alignNode1" presStyleIdx="1" presStyleCnt="3"/>
      <dgm:spPr/>
    </dgm:pt>
    <dgm:pt modelId="{FC490420-CC64-4994-B621-6A494DDE2BB9}" type="pres">
      <dgm:prSet presAssocID="{59F39D66-A500-4563-BFDA-C8319BE9DABD}" presName="horz1" presStyleCnt="0"/>
      <dgm:spPr/>
    </dgm:pt>
    <dgm:pt modelId="{02E93B42-5620-4D68-9E8E-61E3EB5EE125}" type="pres">
      <dgm:prSet presAssocID="{59F39D66-A500-4563-BFDA-C8319BE9DABD}" presName="tx1" presStyleLbl="revTx" presStyleIdx="1" presStyleCnt="3"/>
      <dgm:spPr/>
    </dgm:pt>
    <dgm:pt modelId="{659B166B-435C-4CFF-A49A-A4E5E776ECF6}" type="pres">
      <dgm:prSet presAssocID="{59F39D66-A500-4563-BFDA-C8319BE9DABD}" presName="vert1" presStyleCnt="0"/>
      <dgm:spPr/>
    </dgm:pt>
    <dgm:pt modelId="{5401C3D4-4338-4611-8972-90B117B1D01B}" type="pres">
      <dgm:prSet presAssocID="{86BD6E38-FC31-49F4-BE82-50FE57E18B5F}" presName="thickLine" presStyleLbl="alignNode1" presStyleIdx="2" presStyleCnt="3"/>
      <dgm:spPr/>
    </dgm:pt>
    <dgm:pt modelId="{A6C5D8C0-4668-4501-A622-FFCB9822DE27}" type="pres">
      <dgm:prSet presAssocID="{86BD6E38-FC31-49F4-BE82-50FE57E18B5F}" presName="horz1" presStyleCnt="0"/>
      <dgm:spPr/>
    </dgm:pt>
    <dgm:pt modelId="{3976BCE3-3915-4185-899F-9FBF277854A4}" type="pres">
      <dgm:prSet presAssocID="{86BD6E38-FC31-49F4-BE82-50FE57E18B5F}" presName="tx1" presStyleLbl="revTx" presStyleIdx="2" presStyleCnt="3"/>
      <dgm:spPr/>
    </dgm:pt>
    <dgm:pt modelId="{1A0F17D1-8751-467B-92BA-BE95C606DAE3}" type="pres">
      <dgm:prSet presAssocID="{86BD6E38-FC31-49F4-BE82-50FE57E18B5F}" presName="vert1" presStyleCnt="0"/>
      <dgm:spPr/>
    </dgm:pt>
  </dgm:ptLst>
  <dgm:cxnLst>
    <dgm:cxn modelId="{F425C528-36FC-446D-B699-99B91C44C6C1}" srcId="{FAA460E2-7C19-4314-866C-4E509270C558}" destId="{86BD6E38-FC31-49F4-BE82-50FE57E18B5F}" srcOrd="2" destOrd="0" parTransId="{8BBAAE86-DE40-44EC-807C-07AC6B04658A}" sibTransId="{C003AAD8-1E53-4048-90F6-AED4CE544BF6}"/>
    <dgm:cxn modelId="{1CEA1775-4EFD-4E10-8F9A-94A913CE269F}" type="presOf" srcId="{59F39D66-A500-4563-BFDA-C8319BE9DABD}" destId="{02E93B42-5620-4D68-9E8E-61E3EB5EE125}" srcOrd="0" destOrd="0" presId="urn:microsoft.com/office/officeart/2008/layout/LinedList"/>
    <dgm:cxn modelId="{2F878C9A-5305-4A5A-BB8D-249A34DC8CB7}" type="presOf" srcId="{86BD6E38-FC31-49F4-BE82-50FE57E18B5F}" destId="{3976BCE3-3915-4185-899F-9FBF277854A4}" srcOrd="0" destOrd="0" presId="urn:microsoft.com/office/officeart/2008/layout/LinedList"/>
    <dgm:cxn modelId="{F231CCAF-A463-41BA-9667-C21EEB62B4A8}" srcId="{FAA460E2-7C19-4314-866C-4E509270C558}" destId="{59F39D66-A500-4563-BFDA-C8319BE9DABD}" srcOrd="1" destOrd="0" parTransId="{72594939-0EAC-47A2-B19B-01ACC0648821}" sibTransId="{47662299-BBEC-4444-B3AE-B4C4BB457F57}"/>
    <dgm:cxn modelId="{98588FBF-FFC9-4CB0-AB4F-25F8F2F6426A}" type="presOf" srcId="{FAA460E2-7C19-4314-866C-4E509270C558}" destId="{B833CE55-FCEC-4453-8B23-262835996B64}" srcOrd="0" destOrd="0" presId="urn:microsoft.com/office/officeart/2008/layout/LinedList"/>
    <dgm:cxn modelId="{2800CDD6-F6D7-432F-829D-D3A771CCF93D}" type="presOf" srcId="{8FA90D9D-B6A1-462E-B8A2-359922C3B81B}" destId="{40917610-0214-4DD6-9ED8-42F94C92937D}" srcOrd="0" destOrd="0" presId="urn:microsoft.com/office/officeart/2008/layout/LinedList"/>
    <dgm:cxn modelId="{BD9A9DDF-FF9A-437C-AD85-D0229F3E3C2A}" srcId="{FAA460E2-7C19-4314-866C-4E509270C558}" destId="{8FA90D9D-B6A1-462E-B8A2-359922C3B81B}" srcOrd="0" destOrd="0" parTransId="{CABC6C3C-BE20-4158-8C12-ECBA032B8A84}" sibTransId="{1DA5A451-4818-4211-A855-360DD546F7E6}"/>
    <dgm:cxn modelId="{C2BC9849-B25F-4407-8BD4-1A62542DA86D}" type="presParOf" srcId="{B833CE55-FCEC-4453-8B23-262835996B64}" destId="{034219B4-4805-4053-A1AB-425AC345A961}" srcOrd="0" destOrd="0" presId="urn:microsoft.com/office/officeart/2008/layout/LinedList"/>
    <dgm:cxn modelId="{42B2792A-52D1-4F5F-B7A2-0ADE153F06EB}" type="presParOf" srcId="{B833CE55-FCEC-4453-8B23-262835996B64}" destId="{E7833D46-735F-4C70-BB7D-4C4DA033D38C}" srcOrd="1" destOrd="0" presId="urn:microsoft.com/office/officeart/2008/layout/LinedList"/>
    <dgm:cxn modelId="{F42999C9-3DE1-41EF-B428-74231BA4A2E1}" type="presParOf" srcId="{E7833D46-735F-4C70-BB7D-4C4DA033D38C}" destId="{40917610-0214-4DD6-9ED8-42F94C92937D}" srcOrd="0" destOrd="0" presId="urn:microsoft.com/office/officeart/2008/layout/LinedList"/>
    <dgm:cxn modelId="{1A53D86C-FC17-446B-9B6D-E0EE651FDB61}" type="presParOf" srcId="{E7833D46-735F-4C70-BB7D-4C4DA033D38C}" destId="{6B95A23D-D396-474F-B172-C4B842BEBA63}" srcOrd="1" destOrd="0" presId="urn:microsoft.com/office/officeart/2008/layout/LinedList"/>
    <dgm:cxn modelId="{39CD9B48-13E6-4675-9729-B02FA369FDB4}" type="presParOf" srcId="{B833CE55-FCEC-4453-8B23-262835996B64}" destId="{CA45CBBB-2E4F-4994-8302-D3F8FCC8B0A2}" srcOrd="2" destOrd="0" presId="urn:microsoft.com/office/officeart/2008/layout/LinedList"/>
    <dgm:cxn modelId="{60228C26-887B-4B4A-A990-FA58C795E585}" type="presParOf" srcId="{B833CE55-FCEC-4453-8B23-262835996B64}" destId="{FC490420-CC64-4994-B621-6A494DDE2BB9}" srcOrd="3" destOrd="0" presId="urn:microsoft.com/office/officeart/2008/layout/LinedList"/>
    <dgm:cxn modelId="{C974410F-ACB3-4089-90C7-5899AE8C660C}" type="presParOf" srcId="{FC490420-CC64-4994-B621-6A494DDE2BB9}" destId="{02E93B42-5620-4D68-9E8E-61E3EB5EE125}" srcOrd="0" destOrd="0" presId="urn:microsoft.com/office/officeart/2008/layout/LinedList"/>
    <dgm:cxn modelId="{F86368C7-F253-423B-B669-D9D01EC96400}" type="presParOf" srcId="{FC490420-CC64-4994-B621-6A494DDE2BB9}" destId="{659B166B-435C-4CFF-A49A-A4E5E776ECF6}" srcOrd="1" destOrd="0" presId="urn:microsoft.com/office/officeart/2008/layout/LinedList"/>
    <dgm:cxn modelId="{83B46F35-88A7-4B53-8770-7BAC750688EF}" type="presParOf" srcId="{B833CE55-FCEC-4453-8B23-262835996B64}" destId="{5401C3D4-4338-4611-8972-90B117B1D01B}" srcOrd="4" destOrd="0" presId="urn:microsoft.com/office/officeart/2008/layout/LinedList"/>
    <dgm:cxn modelId="{E70872D4-3658-40FA-8FDB-6CC20D987D31}" type="presParOf" srcId="{B833CE55-FCEC-4453-8B23-262835996B64}" destId="{A6C5D8C0-4668-4501-A622-FFCB9822DE27}" srcOrd="5" destOrd="0" presId="urn:microsoft.com/office/officeart/2008/layout/LinedList"/>
    <dgm:cxn modelId="{D8F4BED8-8AF6-47D7-9DE0-6C2EE12C663B}" type="presParOf" srcId="{A6C5D8C0-4668-4501-A622-FFCB9822DE27}" destId="{3976BCE3-3915-4185-899F-9FBF277854A4}" srcOrd="0" destOrd="0" presId="urn:microsoft.com/office/officeart/2008/layout/LinedList"/>
    <dgm:cxn modelId="{BB081AE9-0EC4-4DF4-B85D-729CB5321408}" type="presParOf" srcId="{A6C5D8C0-4668-4501-A622-FFCB9822DE27}" destId="{1A0F17D1-8751-467B-92BA-BE95C606DAE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4AAD028-2EB0-4285-91BD-CCB60374F5E6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45E4DF3-3AC2-42B3-B4CC-A4F048F191A7}">
      <dgm:prSet/>
      <dgm:spPr/>
      <dgm:t>
        <a:bodyPr/>
        <a:lstStyle/>
        <a:p>
          <a:r>
            <a:rPr lang="en-US"/>
            <a:t>• LCZ Generator</a:t>
          </a:r>
        </a:p>
      </dgm:t>
    </dgm:pt>
    <dgm:pt modelId="{1A16E3D7-34D7-42E2-8730-11A672FA63C5}" type="parTrans" cxnId="{D34633A4-96EB-432A-916B-4014177DE4F3}">
      <dgm:prSet/>
      <dgm:spPr/>
      <dgm:t>
        <a:bodyPr/>
        <a:lstStyle/>
        <a:p>
          <a:endParaRPr lang="en-US"/>
        </a:p>
      </dgm:t>
    </dgm:pt>
    <dgm:pt modelId="{CD736915-9E31-45DA-937D-7215CF031A6F}" type="sibTrans" cxnId="{D34633A4-96EB-432A-916B-4014177DE4F3}">
      <dgm:prSet/>
      <dgm:spPr/>
      <dgm:t>
        <a:bodyPr/>
        <a:lstStyle/>
        <a:p>
          <a:endParaRPr lang="en-US"/>
        </a:p>
      </dgm:t>
    </dgm:pt>
    <dgm:pt modelId="{C2CECE74-1798-405C-AC39-DC9F2F56E515}">
      <dgm:prSet/>
      <dgm:spPr/>
      <dgm:t>
        <a:bodyPr/>
        <a:lstStyle/>
        <a:p>
          <a:r>
            <a:rPr lang="en-US"/>
            <a:t>• Landsat 9 Sommer 2025 (LST)</a:t>
          </a:r>
        </a:p>
      </dgm:t>
    </dgm:pt>
    <dgm:pt modelId="{DA5C1018-1018-4B52-804B-7F805C1D6A3F}" type="parTrans" cxnId="{F9AA532A-43C6-4E05-9A2A-22B8B6D022FE}">
      <dgm:prSet/>
      <dgm:spPr/>
      <dgm:t>
        <a:bodyPr/>
        <a:lstStyle/>
        <a:p>
          <a:endParaRPr lang="en-US"/>
        </a:p>
      </dgm:t>
    </dgm:pt>
    <dgm:pt modelId="{93ED8B7E-48C4-4D0D-85F0-E0ED412FFF91}" type="sibTrans" cxnId="{F9AA532A-43C6-4E05-9A2A-22B8B6D022FE}">
      <dgm:prSet/>
      <dgm:spPr/>
      <dgm:t>
        <a:bodyPr/>
        <a:lstStyle/>
        <a:p>
          <a:endParaRPr lang="en-US"/>
        </a:p>
      </dgm:t>
    </dgm:pt>
    <dgm:pt modelId="{602F4D54-744D-49E1-B0C9-B7986A98CB11}">
      <dgm:prSet/>
      <dgm:spPr/>
      <dgm:t>
        <a:bodyPr/>
        <a:lstStyle/>
        <a:p>
          <a:r>
            <a:rPr lang="en-US"/>
            <a:t>• Grünflächen aus LCZ A/B</a:t>
          </a:r>
        </a:p>
      </dgm:t>
    </dgm:pt>
    <dgm:pt modelId="{DB20D846-4BA4-4403-830C-FDB2DFED061E}" type="parTrans" cxnId="{FE0AC027-57E8-4FA0-8D39-C959D416573D}">
      <dgm:prSet/>
      <dgm:spPr/>
      <dgm:t>
        <a:bodyPr/>
        <a:lstStyle/>
        <a:p>
          <a:endParaRPr lang="en-US"/>
        </a:p>
      </dgm:t>
    </dgm:pt>
    <dgm:pt modelId="{4D145B11-0A5C-420B-85A6-3FF4A5AEFA9F}" type="sibTrans" cxnId="{FE0AC027-57E8-4FA0-8D39-C959D416573D}">
      <dgm:prSet/>
      <dgm:spPr/>
      <dgm:t>
        <a:bodyPr/>
        <a:lstStyle/>
        <a:p>
          <a:endParaRPr lang="en-US"/>
        </a:p>
      </dgm:t>
    </dgm:pt>
    <dgm:pt modelId="{845619C2-4F0D-4642-80D3-76F617FB5AC7}">
      <dgm:prSet/>
      <dgm:spPr/>
      <dgm:t>
        <a:bodyPr/>
        <a:lstStyle/>
        <a:p>
          <a:r>
            <a:rPr lang="en-US" dirty="0"/>
            <a:t>• </a:t>
          </a:r>
          <a:r>
            <a:rPr lang="en-US" dirty="0" err="1"/>
            <a:t>Distanzanalyse</a:t>
          </a:r>
          <a:r>
            <a:rPr lang="en-US" dirty="0"/>
            <a:t> </a:t>
          </a:r>
          <a:r>
            <a:rPr lang="en-US" dirty="0" err="1"/>
            <a:t>mit</a:t>
          </a:r>
          <a:r>
            <a:rPr lang="en-US" dirty="0"/>
            <a:t> </a:t>
          </a:r>
          <a:r>
            <a:rPr lang="en-US" dirty="0" err="1"/>
            <a:t>euklidischer</a:t>
          </a:r>
          <a:r>
            <a:rPr lang="en-US" dirty="0"/>
            <a:t> </a:t>
          </a:r>
          <a:r>
            <a:rPr lang="en-US" dirty="0" err="1"/>
            <a:t>Distanz</a:t>
          </a:r>
          <a:r>
            <a:rPr lang="en-US" dirty="0"/>
            <a:t>(&lt;500 m)</a:t>
          </a:r>
        </a:p>
      </dgm:t>
    </dgm:pt>
    <dgm:pt modelId="{D7D0006A-C353-4115-96D2-D7E60CB3C807}" type="parTrans" cxnId="{A1484DDE-A20E-4560-A6FB-89F1AD19B7A1}">
      <dgm:prSet/>
      <dgm:spPr/>
      <dgm:t>
        <a:bodyPr/>
        <a:lstStyle/>
        <a:p>
          <a:endParaRPr lang="en-US"/>
        </a:p>
      </dgm:t>
    </dgm:pt>
    <dgm:pt modelId="{7BAC7AD2-A44D-4354-8530-45FA93D2EDA5}" type="sibTrans" cxnId="{A1484DDE-A20E-4560-A6FB-89F1AD19B7A1}">
      <dgm:prSet/>
      <dgm:spPr/>
      <dgm:t>
        <a:bodyPr/>
        <a:lstStyle/>
        <a:p>
          <a:endParaRPr lang="en-US"/>
        </a:p>
      </dgm:t>
    </dgm:pt>
    <dgm:pt modelId="{9E91E87F-FAFC-48EC-9C74-D4932C4EA768}">
      <dgm:prSet/>
      <dgm:spPr/>
      <dgm:t>
        <a:bodyPr/>
        <a:lstStyle/>
        <a:p>
          <a:r>
            <a:rPr lang="en-US"/>
            <a:t>• Vierstufige Vulnerabilitätsklassifikation</a:t>
          </a:r>
        </a:p>
      </dgm:t>
    </dgm:pt>
    <dgm:pt modelId="{92DD6752-5D69-45B8-88BE-8AC543E7AAE1}" type="parTrans" cxnId="{AE608183-B985-49A9-A765-C9CC3A3079C3}">
      <dgm:prSet/>
      <dgm:spPr/>
      <dgm:t>
        <a:bodyPr/>
        <a:lstStyle/>
        <a:p>
          <a:endParaRPr lang="en-US"/>
        </a:p>
      </dgm:t>
    </dgm:pt>
    <dgm:pt modelId="{BA7A948C-69A7-4621-B23A-ED8D880F1E7F}" type="sibTrans" cxnId="{AE608183-B985-49A9-A765-C9CC3A3079C3}">
      <dgm:prSet/>
      <dgm:spPr/>
      <dgm:t>
        <a:bodyPr/>
        <a:lstStyle/>
        <a:p>
          <a:endParaRPr lang="en-US"/>
        </a:p>
      </dgm:t>
    </dgm:pt>
    <dgm:pt modelId="{D4DA9269-3127-40AB-A737-C2E53ECB0BFC}" type="pres">
      <dgm:prSet presAssocID="{D4AAD028-2EB0-4285-91BD-CCB60374F5E6}" presName="outerComposite" presStyleCnt="0">
        <dgm:presLayoutVars>
          <dgm:chMax val="5"/>
          <dgm:dir/>
          <dgm:resizeHandles val="exact"/>
        </dgm:presLayoutVars>
      </dgm:prSet>
      <dgm:spPr/>
    </dgm:pt>
    <dgm:pt modelId="{D46100A6-1978-461F-8CB7-1BD00DEC8066}" type="pres">
      <dgm:prSet presAssocID="{D4AAD028-2EB0-4285-91BD-CCB60374F5E6}" presName="dummyMaxCanvas" presStyleCnt="0">
        <dgm:presLayoutVars/>
      </dgm:prSet>
      <dgm:spPr/>
    </dgm:pt>
    <dgm:pt modelId="{3DD5801C-A30B-45A5-933D-1CC8F7D8B8A8}" type="pres">
      <dgm:prSet presAssocID="{D4AAD028-2EB0-4285-91BD-CCB60374F5E6}" presName="FiveNodes_1" presStyleLbl="node1" presStyleIdx="0" presStyleCnt="5">
        <dgm:presLayoutVars>
          <dgm:bulletEnabled val="1"/>
        </dgm:presLayoutVars>
      </dgm:prSet>
      <dgm:spPr/>
    </dgm:pt>
    <dgm:pt modelId="{40552D4C-97C6-4ACA-A5F1-866CF885DA71}" type="pres">
      <dgm:prSet presAssocID="{D4AAD028-2EB0-4285-91BD-CCB60374F5E6}" presName="FiveNodes_2" presStyleLbl="node1" presStyleIdx="1" presStyleCnt="5">
        <dgm:presLayoutVars>
          <dgm:bulletEnabled val="1"/>
        </dgm:presLayoutVars>
      </dgm:prSet>
      <dgm:spPr/>
    </dgm:pt>
    <dgm:pt modelId="{1E72AC97-0A84-478A-94E1-00C8C26D5CE4}" type="pres">
      <dgm:prSet presAssocID="{D4AAD028-2EB0-4285-91BD-CCB60374F5E6}" presName="FiveNodes_3" presStyleLbl="node1" presStyleIdx="2" presStyleCnt="5">
        <dgm:presLayoutVars>
          <dgm:bulletEnabled val="1"/>
        </dgm:presLayoutVars>
      </dgm:prSet>
      <dgm:spPr/>
    </dgm:pt>
    <dgm:pt modelId="{8CBAD87E-9213-4734-9648-B33D80A98CF3}" type="pres">
      <dgm:prSet presAssocID="{D4AAD028-2EB0-4285-91BD-CCB60374F5E6}" presName="FiveNodes_4" presStyleLbl="node1" presStyleIdx="3" presStyleCnt="5">
        <dgm:presLayoutVars>
          <dgm:bulletEnabled val="1"/>
        </dgm:presLayoutVars>
      </dgm:prSet>
      <dgm:spPr/>
    </dgm:pt>
    <dgm:pt modelId="{79141499-63E9-4FAD-A86A-57C9C9E7554C}" type="pres">
      <dgm:prSet presAssocID="{D4AAD028-2EB0-4285-91BD-CCB60374F5E6}" presName="FiveNodes_5" presStyleLbl="node1" presStyleIdx="4" presStyleCnt="5">
        <dgm:presLayoutVars>
          <dgm:bulletEnabled val="1"/>
        </dgm:presLayoutVars>
      </dgm:prSet>
      <dgm:spPr/>
    </dgm:pt>
    <dgm:pt modelId="{CD406CA7-EFD9-49AB-8AB4-DBCB3EBFAF89}" type="pres">
      <dgm:prSet presAssocID="{D4AAD028-2EB0-4285-91BD-CCB60374F5E6}" presName="FiveConn_1-2" presStyleLbl="fgAccFollowNode1" presStyleIdx="0" presStyleCnt="4">
        <dgm:presLayoutVars>
          <dgm:bulletEnabled val="1"/>
        </dgm:presLayoutVars>
      </dgm:prSet>
      <dgm:spPr/>
    </dgm:pt>
    <dgm:pt modelId="{09FAE6C6-ABA8-4E4E-AFB5-4EE8C27463AB}" type="pres">
      <dgm:prSet presAssocID="{D4AAD028-2EB0-4285-91BD-CCB60374F5E6}" presName="FiveConn_2-3" presStyleLbl="fgAccFollowNode1" presStyleIdx="1" presStyleCnt="4">
        <dgm:presLayoutVars>
          <dgm:bulletEnabled val="1"/>
        </dgm:presLayoutVars>
      </dgm:prSet>
      <dgm:spPr/>
    </dgm:pt>
    <dgm:pt modelId="{516BDB24-4D43-4DEC-9780-19B2445B8939}" type="pres">
      <dgm:prSet presAssocID="{D4AAD028-2EB0-4285-91BD-CCB60374F5E6}" presName="FiveConn_3-4" presStyleLbl="fgAccFollowNode1" presStyleIdx="2" presStyleCnt="4">
        <dgm:presLayoutVars>
          <dgm:bulletEnabled val="1"/>
        </dgm:presLayoutVars>
      </dgm:prSet>
      <dgm:spPr/>
    </dgm:pt>
    <dgm:pt modelId="{7FCA575B-DE6B-4E5B-950B-6D04D9E9C91B}" type="pres">
      <dgm:prSet presAssocID="{D4AAD028-2EB0-4285-91BD-CCB60374F5E6}" presName="FiveConn_4-5" presStyleLbl="fgAccFollowNode1" presStyleIdx="3" presStyleCnt="4">
        <dgm:presLayoutVars>
          <dgm:bulletEnabled val="1"/>
        </dgm:presLayoutVars>
      </dgm:prSet>
      <dgm:spPr/>
    </dgm:pt>
    <dgm:pt modelId="{8923C707-0298-4A4F-ADC4-6F7AE19B5A17}" type="pres">
      <dgm:prSet presAssocID="{D4AAD028-2EB0-4285-91BD-CCB60374F5E6}" presName="FiveNodes_1_text" presStyleLbl="node1" presStyleIdx="4" presStyleCnt="5">
        <dgm:presLayoutVars>
          <dgm:bulletEnabled val="1"/>
        </dgm:presLayoutVars>
      </dgm:prSet>
      <dgm:spPr/>
    </dgm:pt>
    <dgm:pt modelId="{2C91C8E2-A27E-4732-9A76-4A608B21E7EF}" type="pres">
      <dgm:prSet presAssocID="{D4AAD028-2EB0-4285-91BD-CCB60374F5E6}" presName="FiveNodes_2_text" presStyleLbl="node1" presStyleIdx="4" presStyleCnt="5">
        <dgm:presLayoutVars>
          <dgm:bulletEnabled val="1"/>
        </dgm:presLayoutVars>
      </dgm:prSet>
      <dgm:spPr/>
    </dgm:pt>
    <dgm:pt modelId="{E195DBF2-4E42-4DCA-AC38-C76DDADB18D0}" type="pres">
      <dgm:prSet presAssocID="{D4AAD028-2EB0-4285-91BD-CCB60374F5E6}" presName="FiveNodes_3_text" presStyleLbl="node1" presStyleIdx="4" presStyleCnt="5">
        <dgm:presLayoutVars>
          <dgm:bulletEnabled val="1"/>
        </dgm:presLayoutVars>
      </dgm:prSet>
      <dgm:spPr/>
    </dgm:pt>
    <dgm:pt modelId="{590CD747-EB02-41F1-A0DE-2886AB3FCB35}" type="pres">
      <dgm:prSet presAssocID="{D4AAD028-2EB0-4285-91BD-CCB60374F5E6}" presName="FiveNodes_4_text" presStyleLbl="node1" presStyleIdx="4" presStyleCnt="5">
        <dgm:presLayoutVars>
          <dgm:bulletEnabled val="1"/>
        </dgm:presLayoutVars>
      </dgm:prSet>
      <dgm:spPr/>
    </dgm:pt>
    <dgm:pt modelId="{098399C0-5871-4395-A768-7FD50AB5EDCB}" type="pres">
      <dgm:prSet presAssocID="{D4AAD028-2EB0-4285-91BD-CCB60374F5E6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AE1E1E0A-68AC-498B-AAFA-5FEED602B4F9}" type="presOf" srcId="{845619C2-4F0D-4642-80D3-76F617FB5AC7}" destId="{590CD747-EB02-41F1-A0DE-2886AB3FCB35}" srcOrd="1" destOrd="0" presId="urn:microsoft.com/office/officeart/2005/8/layout/vProcess5"/>
    <dgm:cxn modelId="{03F82911-7EB9-475D-870F-39DC229B7C7C}" type="presOf" srcId="{C2CECE74-1798-405C-AC39-DC9F2F56E515}" destId="{40552D4C-97C6-4ACA-A5F1-866CF885DA71}" srcOrd="0" destOrd="0" presId="urn:microsoft.com/office/officeart/2005/8/layout/vProcess5"/>
    <dgm:cxn modelId="{1F197612-6358-4CBC-946D-041FCC86DEFC}" type="presOf" srcId="{4D145B11-0A5C-420B-85A6-3FF4A5AEFA9F}" destId="{516BDB24-4D43-4DEC-9780-19B2445B8939}" srcOrd="0" destOrd="0" presId="urn:microsoft.com/office/officeart/2005/8/layout/vProcess5"/>
    <dgm:cxn modelId="{FE0AC027-57E8-4FA0-8D39-C959D416573D}" srcId="{D4AAD028-2EB0-4285-91BD-CCB60374F5E6}" destId="{602F4D54-744D-49E1-B0C9-B7986A98CB11}" srcOrd="2" destOrd="0" parTransId="{DB20D846-4BA4-4403-830C-FDB2DFED061E}" sibTransId="{4D145B11-0A5C-420B-85A6-3FF4A5AEFA9F}"/>
    <dgm:cxn modelId="{3B2CF727-C416-4E39-B9EA-865AED6F611F}" type="presOf" srcId="{7BAC7AD2-A44D-4354-8530-45FA93D2EDA5}" destId="{7FCA575B-DE6B-4E5B-950B-6D04D9E9C91B}" srcOrd="0" destOrd="0" presId="urn:microsoft.com/office/officeart/2005/8/layout/vProcess5"/>
    <dgm:cxn modelId="{58443C29-C2CB-4612-905E-737859A492EC}" type="presOf" srcId="{C2CECE74-1798-405C-AC39-DC9F2F56E515}" destId="{2C91C8E2-A27E-4732-9A76-4A608B21E7EF}" srcOrd="1" destOrd="0" presId="urn:microsoft.com/office/officeart/2005/8/layout/vProcess5"/>
    <dgm:cxn modelId="{2E6D302A-0358-48DA-93AA-3FF058BAFC3C}" type="presOf" srcId="{602F4D54-744D-49E1-B0C9-B7986A98CB11}" destId="{E195DBF2-4E42-4DCA-AC38-C76DDADB18D0}" srcOrd="1" destOrd="0" presId="urn:microsoft.com/office/officeart/2005/8/layout/vProcess5"/>
    <dgm:cxn modelId="{F9AA532A-43C6-4E05-9A2A-22B8B6D022FE}" srcId="{D4AAD028-2EB0-4285-91BD-CCB60374F5E6}" destId="{C2CECE74-1798-405C-AC39-DC9F2F56E515}" srcOrd="1" destOrd="0" parTransId="{DA5C1018-1018-4B52-804B-7F805C1D6A3F}" sibTransId="{93ED8B7E-48C4-4D0D-85F0-E0ED412FFF91}"/>
    <dgm:cxn modelId="{A64B4B5B-6F2C-4D11-8C6F-D46CEF545474}" type="presOf" srcId="{245E4DF3-3AC2-42B3-B4CC-A4F048F191A7}" destId="{8923C707-0298-4A4F-ADC4-6F7AE19B5A17}" srcOrd="1" destOrd="0" presId="urn:microsoft.com/office/officeart/2005/8/layout/vProcess5"/>
    <dgm:cxn modelId="{CC32305F-0A56-45D4-9C34-A2DAE7E3037C}" type="presOf" srcId="{245E4DF3-3AC2-42B3-B4CC-A4F048F191A7}" destId="{3DD5801C-A30B-45A5-933D-1CC8F7D8B8A8}" srcOrd="0" destOrd="0" presId="urn:microsoft.com/office/officeart/2005/8/layout/vProcess5"/>
    <dgm:cxn modelId="{8D779471-6B40-45D0-94D8-8D1955ED2FC0}" type="presOf" srcId="{9E91E87F-FAFC-48EC-9C74-D4932C4EA768}" destId="{79141499-63E9-4FAD-A86A-57C9C9E7554C}" srcOrd="0" destOrd="0" presId="urn:microsoft.com/office/officeart/2005/8/layout/vProcess5"/>
    <dgm:cxn modelId="{5893F576-F180-468B-819A-E4AF39AE87FE}" type="presOf" srcId="{93ED8B7E-48C4-4D0D-85F0-E0ED412FFF91}" destId="{09FAE6C6-ABA8-4E4E-AFB5-4EE8C27463AB}" srcOrd="0" destOrd="0" presId="urn:microsoft.com/office/officeart/2005/8/layout/vProcess5"/>
    <dgm:cxn modelId="{AE608183-B985-49A9-A765-C9CC3A3079C3}" srcId="{D4AAD028-2EB0-4285-91BD-CCB60374F5E6}" destId="{9E91E87F-FAFC-48EC-9C74-D4932C4EA768}" srcOrd="4" destOrd="0" parTransId="{92DD6752-5D69-45B8-88BE-8AC543E7AAE1}" sibTransId="{BA7A948C-69A7-4621-B23A-ED8D880F1E7F}"/>
    <dgm:cxn modelId="{D34633A4-96EB-432A-916B-4014177DE4F3}" srcId="{D4AAD028-2EB0-4285-91BD-CCB60374F5E6}" destId="{245E4DF3-3AC2-42B3-B4CC-A4F048F191A7}" srcOrd="0" destOrd="0" parTransId="{1A16E3D7-34D7-42E2-8730-11A672FA63C5}" sibTransId="{CD736915-9E31-45DA-937D-7215CF031A6F}"/>
    <dgm:cxn modelId="{4E29CABE-FD2C-436E-8717-5299F4954121}" type="presOf" srcId="{602F4D54-744D-49E1-B0C9-B7986A98CB11}" destId="{1E72AC97-0A84-478A-94E1-00C8C26D5CE4}" srcOrd="0" destOrd="0" presId="urn:microsoft.com/office/officeart/2005/8/layout/vProcess5"/>
    <dgm:cxn modelId="{1E0B17C9-A5F2-460B-962B-605FDCB9C3C2}" type="presOf" srcId="{845619C2-4F0D-4642-80D3-76F617FB5AC7}" destId="{8CBAD87E-9213-4734-9648-B33D80A98CF3}" srcOrd="0" destOrd="0" presId="urn:microsoft.com/office/officeart/2005/8/layout/vProcess5"/>
    <dgm:cxn modelId="{886134CF-4C51-4765-B683-A7FFA242678C}" type="presOf" srcId="{D4AAD028-2EB0-4285-91BD-CCB60374F5E6}" destId="{D4DA9269-3127-40AB-A737-C2E53ECB0BFC}" srcOrd="0" destOrd="0" presId="urn:microsoft.com/office/officeart/2005/8/layout/vProcess5"/>
    <dgm:cxn modelId="{A1484DDE-A20E-4560-A6FB-89F1AD19B7A1}" srcId="{D4AAD028-2EB0-4285-91BD-CCB60374F5E6}" destId="{845619C2-4F0D-4642-80D3-76F617FB5AC7}" srcOrd="3" destOrd="0" parTransId="{D7D0006A-C353-4115-96D2-D7E60CB3C807}" sibTransId="{7BAC7AD2-A44D-4354-8530-45FA93D2EDA5}"/>
    <dgm:cxn modelId="{4685A9E9-4155-4F24-B0FC-B2F8116ED516}" type="presOf" srcId="{9E91E87F-FAFC-48EC-9C74-D4932C4EA768}" destId="{098399C0-5871-4395-A768-7FD50AB5EDCB}" srcOrd="1" destOrd="0" presId="urn:microsoft.com/office/officeart/2005/8/layout/vProcess5"/>
    <dgm:cxn modelId="{25899FEA-CACD-456A-B7C5-FBD4BF30F4DD}" type="presOf" srcId="{CD736915-9E31-45DA-937D-7215CF031A6F}" destId="{CD406CA7-EFD9-49AB-8AB4-DBCB3EBFAF89}" srcOrd="0" destOrd="0" presId="urn:microsoft.com/office/officeart/2005/8/layout/vProcess5"/>
    <dgm:cxn modelId="{5AC4046F-D2DC-4DF0-B443-279FC9C3DAE7}" type="presParOf" srcId="{D4DA9269-3127-40AB-A737-C2E53ECB0BFC}" destId="{D46100A6-1978-461F-8CB7-1BD00DEC8066}" srcOrd="0" destOrd="0" presId="urn:microsoft.com/office/officeart/2005/8/layout/vProcess5"/>
    <dgm:cxn modelId="{594B8867-7B17-452C-A05C-B4BE1324A4CD}" type="presParOf" srcId="{D4DA9269-3127-40AB-A737-C2E53ECB0BFC}" destId="{3DD5801C-A30B-45A5-933D-1CC8F7D8B8A8}" srcOrd="1" destOrd="0" presId="urn:microsoft.com/office/officeart/2005/8/layout/vProcess5"/>
    <dgm:cxn modelId="{EA5679A5-6215-489C-9B2D-1B907FA14336}" type="presParOf" srcId="{D4DA9269-3127-40AB-A737-C2E53ECB0BFC}" destId="{40552D4C-97C6-4ACA-A5F1-866CF885DA71}" srcOrd="2" destOrd="0" presId="urn:microsoft.com/office/officeart/2005/8/layout/vProcess5"/>
    <dgm:cxn modelId="{19ACD896-3722-437D-80CC-AE76E0779873}" type="presParOf" srcId="{D4DA9269-3127-40AB-A737-C2E53ECB0BFC}" destId="{1E72AC97-0A84-478A-94E1-00C8C26D5CE4}" srcOrd="3" destOrd="0" presId="urn:microsoft.com/office/officeart/2005/8/layout/vProcess5"/>
    <dgm:cxn modelId="{326DE886-62ED-453D-B173-9CA5AC011B36}" type="presParOf" srcId="{D4DA9269-3127-40AB-A737-C2E53ECB0BFC}" destId="{8CBAD87E-9213-4734-9648-B33D80A98CF3}" srcOrd="4" destOrd="0" presId="urn:microsoft.com/office/officeart/2005/8/layout/vProcess5"/>
    <dgm:cxn modelId="{F2F26346-8A7F-48E8-8653-8D8BCC9F5EA3}" type="presParOf" srcId="{D4DA9269-3127-40AB-A737-C2E53ECB0BFC}" destId="{79141499-63E9-4FAD-A86A-57C9C9E7554C}" srcOrd="5" destOrd="0" presId="urn:microsoft.com/office/officeart/2005/8/layout/vProcess5"/>
    <dgm:cxn modelId="{FAE1D758-3440-4192-9614-62D1EDE300C5}" type="presParOf" srcId="{D4DA9269-3127-40AB-A737-C2E53ECB0BFC}" destId="{CD406CA7-EFD9-49AB-8AB4-DBCB3EBFAF89}" srcOrd="6" destOrd="0" presId="urn:microsoft.com/office/officeart/2005/8/layout/vProcess5"/>
    <dgm:cxn modelId="{A8DB88DD-4E22-41E6-BC65-B86128BDA632}" type="presParOf" srcId="{D4DA9269-3127-40AB-A737-C2E53ECB0BFC}" destId="{09FAE6C6-ABA8-4E4E-AFB5-4EE8C27463AB}" srcOrd="7" destOrd="0" presId="urn:microsoft.com/office/officeart/2005/8/layout/vProcess5"/>
    <dgm:cxn modelId="{0EE6737F-6607-4432-B958-537B5927BE1B}" type="presParOf" srcId="{D4DA9269-3127-40AB-A737-C2E53ECB0BFC}" destId="{516BDB24-4D43-4DEC-9780-19B2445B8939}" srcOrd="8" destOrd="0" presId="urn:microsoft.com/office/officeart/2005/8/layout/vProcess5"/>
    <dgm:cxn modelId="{9817A417-B4CD-4697-8EDF-836008258627}" type="presParOf" srcId="{D4DA9269-3127-40AB-A737-C2E53ECB0BFC}" destId="{7FCA575B-DE6B-4E5B-950B-6D04D9E9C91B}" srcOrd="9" destOrd="0" presId="urn:microsoft.com/office/officeart/2005/8/layout/vProcess5"/>
    <dgm:cxn modelId="{B00831C6-689A-4926-A36F-6FBC74849469}" type="presParOf" srcId="{D4DA9269-3127-40AB-A737-C2E53ECB0BFC}" destId="{8923C707-0298-4A4F-ADC4-6F7AE19B5A17}" srcOrd="10" destOrd="0" presId="urn:microsoft.com/office/officeart/2005/8/layout/vProcess5"/>
    <dgm:cxn modelId="{599EF781-4A42-4BEE-8C10-8BF2D85738F9}" type="presParOf" srcId="{D4DA9269-3127-40AB-A737-C2E53ECB0BFC}" destId="{2C91C8E2-A27E-4732-9A76-4A608B21E7EF}" srcOrd="11" destOrd="0" presId="urn:microsoft.com/office/officeart/2005/8/layout/vProcess5"/>
    <dgm:cxn modelId="{E0652EF0-62C7-47A9-94E9-53F6312882A5}" type="presParOf" srcId="{D4DA9269-3127-40AB-A737-C2E53ECB0BFC}" destId="{E195DBF2-4E42-4DCA-AC38-C76DDADB18D0}" srcOrd="12" destOrd="0" presId="urn:microsoft.com/office/officeart/2005/8/layout/vProcess5"/>
    <dgm:cxn modelId="{16BF0FD3-D207-49DE-967C-4ABA7CC5F7FE}" type="presParOf" srcId="{D4DA9269-3127-40AB-A737-C2E53ECB0BFC}" destId="{590CD747-EB02-41F1-A0DE-2886AB3FCB35}" srcOrd="13" destOrd="0" presId="urn:microsoft.com/office/officeart/2005/8/layout/vProcess5"/>
    <dgm:cxn modelId="{834A314B-2BAA-4B7C-8CFF-5FBA3A4DC7BC}" type="presParOf" srcId="{D4DA9269-3127-40AB-A737-C2E53ECB0BFC}" destId="{098399C0-5871-4395-A768-7FD50AB5EDCB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EDE9477-0B5F-40B6-BB97-F4F46DD82C21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350E5AA-848D-43AC-A081-9801ED0E3CA2}">
      <dgm:prSet/>
      <dgm:spPr/>
      <dgm:t>
        <a:bodyPr/>
        <a:lstStyle/>
        <a:p>
          <a:r>
            <a:rPr lang="de-DE"/>
            <a:t>• Dichte Bebauung erhöht Wärmebelastung</a:t>
          </a:r>
          <a:endParaRPr lang="en-US"/>
        </a:p>
      </dgm:t>
    </dgm:pt>
    <dgm:pt modelId="{B06F52D1-853B-4BA5-ABAD-09ED2A7587B8}" type="parTrans" cxnId="{20DB7E37-082F-4CBF-9BF8-A91FA0E6CFA0}">
      <dgm:prSet/>
      <dgm:spPr/>
      <dgm:t>
        <a:bodyPr/>
        <a:lstStyle/>
        <a:p>
          <a:endParaRPr lang="en-US"/>
        </a:p>
      </dgm:t>
    </dgm:pt>
    <dgm:pt modelId="{2EE52B12-3BA7-4827-B7B5-EE8CA8BBDF08}" type="sibTrans" cxnId="{20DB7E37-082F-4CBF-9BF8-A91FA0E6CFA0}">
      <dgm:prSet/>
      <dgm:spPr/>
      <dgm:t>
        <a:bodyPr/>
        <a:lstStyle/>
        <a:p>
          <a:endParaRPr lang="en-US"/>
        </a:p>
      </dgm:t>
    </dgm:pt>
    <dgm:pt modelId="{7789CB3D-50B9-4A0D-9F2F-C77628F27DE8}">
      <dgm:prSet/>
      <dgm:spPr/>
      <dgm:t>
        <a:bodyPr/>
        <a:lstStyle/>
        <a:p>
          <a:r>
            <a:rPr lang="de-DE"/>
            <a:t>• Insgesamt gute Grünflächenerreichbarkeit in Wohngebieten (89 %)</a:t>
          </a:r>
          <a:endParaRPr lang="en-US"/>
        </a:p>
      </dgm:t>
    </dgm:pt>
    <dgm:pt modelId="{FE2B6070-B6C3-4D15-97B3-3904CD9C0825}" type="parTrans" cxnId="{A1F57E43-2BA3-44E9-9990-54E4C1CC0DD8}">
      <dgm:prSet/>
      <dgm:spPr/>
      <dgm:t>
        <a:bodyPr/>
        <a:lstStyle/>
        <a:p>
          <a:endParaRPr lang="en-US"/>
        </a:p>
      </dgm:t>
    </dgm:pt>
    <dgm:pt modelId="{DEEB629D-57B8-4109-9440-406A66B2F603}" type="sibTrans" cxnId="{A1F57E43-2BA3-44E9-9990-54E4C1CC0DD8}">
      <dgm:prSet/>
      <dgm:spPr/>
      <dgm:t>
        <a:bodyPr/>
        <a:lstStyle/>
        <a:p>
          <a:endParaRPr lang="en-US"/>
        </a:p>
      </dgm:t>
    </dgm:pt>
    <dgm:pt modelId="{ABE118F9-C193-4116-A728-C8330E8451AC}">
      <dgm:prSet/>
      <dgm:spPr/>
      <dgm:t>
        <a:bodyPr/>
        <a:lstStyle/>
        <a:p>
          <a:r>
            <a:rPr lang="de-DE"/>
            <a:t>• LCZ 2 und 5 höchste Belastung</a:t>
          </a:r>
          <a:endParaRPr lang="en-US"/>
        </a:p>
      </dgm:t>
    </dgm:pt>
    <dgm:pt modelId="{E0047873-9386-4592-828E-C9172E683DB1}" type="parTrans" cxnId="{86806FB4-BAFE-4722-8114-266F464D5D28}">
      <dgm:prSet/>
      <dgm:spPr/>
      <dgm:t>
        <a:bodyPr/>
        <a:lstStyle/>
        <a:p>
          <a:endParaRPr lang="en-US"/>
        </a:p>
      </dgm:t>
    </dgm:pt>
    <dgm:pt modelId="{90B17FCE-4B39-4690-BC0B-2CECD72EC92F}" type="sibTrans" cxnId="{86806FB4-BAFE-4722-8114-266F464D5D28}">
      <dgm:prSet/>
      <dgm:spPr/>
      <dgm:t>
        <a:bodyPr/>
        <a:lstStyle/>
        <a:p>
          <a:endParaRPr lang="en-US"/>
        </a:p>
      </dgm:t>
    </dgm:pt>
    <dgm:pt modelId="{25FBD500-7709-438E-BA61-AFFF018AF981}">
      <dgm:prSet/>
      <dgm:spPr/>
      <dgm:t>
        <a:bodyPr/>
        <a:lstStyle/>
        <a:p>
          <a:r>
            <a:rPr lang="de-DE"/>
            <a:t>• Zukünftig: Netzwerkanalyse, Lufttemperatur, Bevölkerungsdaten</a:t>
          </a:r>
          <a:endParaRPr lang="en-US"/>
        </a:p>
      </dgm:t>
    </dgm:pt>
    <dgm:pt modelId="{3A196845-BCF2-49E2-A936-BE02D9FD91CB}" type="parTrans" cxnId="{B6EC776E-6AEA-41D5-AC06-F3084B7E1569}">
      <dgm:prSet/>
      <dgm:spPr/>
      <dgm:t>
        <a:bodyPr/>
        <a:lstStyle/>
        <a:p>
          <a:endParaRPr lang="en-US"/>
        </a:p>
      </dgm:t>
    </dgm:pt>
    <dgm:pt modelId="{28A57CE8-8DC2-4950-911A-226615129090}" type="sibTrans" cxnId="{B6EC776E-6AEA-41D5-AC06-F3084B7E1569}">
      <dgm:prSet/>
      <dgm:spPr/>
      <dgm:t>
        <a:bodyPr/>
        <a:lstStyle/>
        <a:p>
          <a:endParaRPr lang="en-US"/>
        </a:p>
      </dgm:t>
    </dgm:pt>
    <dgm:pt modelId="{7D7E9BA2-99AF-4EF6-B79B-AB7F986E9AE3}" type="pres">
      <dgm:prSet presAssocID="{FEDE9477-0B5F-40B6-BB97-F4F46DD82C21}" presName="vert0" presStyleCnt="0">
        <dgm:presLayoutVars>
          <dgm:dir/>
          <dgm:animOne val="branch"/>
          <dgm:animLvl val="lvl"/>
        </dgm:presLayoutVars>
      </dgm:prSet>
      <dgm:spPr/>
    </dgm:pt>
    <dgm:pt modelId="{8947EEED-8796-4405-87BC-593FA92A7B54}" type="pres">
      <dgm:prSet presAssocID="{0350E5AA-848D-43AC-A081-9801ED0E3CA2}" presName="thickLine" presStyleLbl="alignNode1" presStyleIdx="0" presStyleCnt="4"/>
      <dgm:spPr/>
    </dgm:pt>
    <dgm:pt modelId="{96D8C599-94A5-4852-91C9-A11C66310C1B}" type="pres">
      <dgm:prSet presAssocID="{0350E5AA-848D-43AC-A081-9801ED0E3CA2}" presName="horz1" presStyleCnt="0"/>
      <dgm:spPr/>
    </dgm:pt>
    <dgm:pt modelId="{7C12A9D0-1A88-45B1-88E1-B81A96E239F6}" type="pres">
      <dgm:prSet presAssocID="{0350E5AA-848D-43AC-A081-9801ED0E3CA2}" presName="tx1" presStyleLbl="revTx" presStyleIdx="0" presStyleCnt="4"/>
      <dgm:spPr/>
    </dgm:pt>
    <dgm:pt modelId="{832FADC8-207D-4B82-9CD4-2DBEC0E59054}" type="pres">
      <dgm:prSet presAssocID="{0350E5AA-848D-43AC-A081-9801ED0E3CA2}" presName="vert1" presStyleCnt="0"/>
      <dgm:spPr/>
    </dgm:pt>
    <dgm:pt modelId="{E0B2D113-E512-4DD6-84D6-27A6E1564279}" type="pres">
      <dgm:prSet presAssocID="{7789CB3D-50B9-4A0D-9F2F-C77628F27DE8}" presName="thickLine" presStyleLbl="alignNode1" presStyleIdx="1" presStyleCnt="4"/>
      <dgm:spPr/>
    </dgm:pt>
    <dgm:pt modelId="{F892FED5-62C1-4961-AF7B-7A7B0C11EACB}" type="pres">
      <dgm:prSet presAssocID="{7789CB3D-50B9-4A0D-9F2F-C77628F27DE8}" presName="horz1" presStyleCnt="0"/>
      <dgm:spPr/>
    </dgm:pt>
    <dgm:pt modelId="{CF6EA53B-127F-447E-8968-17B5B9345115}" type="pres">
      <dgm:prSet presAssocID="{7789CB3D-50B9-4A0D-9F2F-C77628F27DE8}" presName="tx1" presStyleLbl="revTx" presStyleIdx="1" presStyleCnt="4"/>
      <dgm:spPr/>
    </dgm:pt>
    <dgm:pt modelId="{110B9677-3ACA-4D37-BE2A-C66BA2A96BDB}" type="pres">
      <dgm:prSet presAssocID="{7789CB3D-50B9-4A0D-9F2F-C77628F27DE8}" presName="vert1" presStyleCnt="0"/>
      <dgm:spPr/>
    </dgm:pt>
    <dgm:pt modelId="{2C1BCEC9-6163-40FB-8F64-6DE3C944065B}" type="pres">
      <dgm:prSet presAssocID="{ABE118F9-C193-4116-A728-C8330E8451AC}" presName="thickLine" presStyleLbl="alignNode1" presStyleIdx="2" presStyleCnt="4"/>
      <dgm:spPr/>
    </dgm:pt>
    <dgm:pt modelId="{5874DC07-87FF-4103-9CE1-20C0A1C2BA9D}" type="pres">
      <dgm:prSet presAssocID="{ABE118F9-C193-4116-A728-C8330E8451AC}" presName="horz1" presStyleCnt="0"/>
      <dgm:spPr/>
    </dgm:pt>
    <dgm:pt modelId="{FCB6D95E-ED41-47DF-B5DE-61A3DCC50FB6}" type="pres">
      <dgm:prSet presAssocID="{ABE118F9-C193-4116-A728-C8330E8451AC}" presName="tx1" presStyleLbl="revTx" presStyleIdx="2" presStyleCnt="4"/>
      <dgm:spPr/>
    </dgm:pt>
    <dgm:pt modelId="{38D772FC-8CEA-4233-81D8-F0DA8AF123CB}" type="pres">
      <dgm:prSet presAssocID="{ABE118F9-C193-4116-A728-C8330E8451AC}" presName="vert1" presStyleCnt="0"/>
      <dgm:spPr/>
    </dgm:pt>
    <dgm:pt modelId="{BD4E9DD6-C3CA-4F71-AD63-79AD2EAB5208}" type="pres">
      <dgm:prSet presAssocID="{25FBD500-7709-438E-BA61-AFFF018AF981}" presName="thickLine" presStyleLbl="alignNode1" presStyleIdx="3" presStyleCnt="4"/>
      <dgm:spPr/>
    </dgm:pt>
    <dgm:pt modelId="{B729B7DD-399B-4327-B70F-44183529BA4C}" type="pres">
      <dgm:prSet presAssocID="{25FBD500-7709-438E-BA61-AFFF018AF981}" presName="horz1" presStyleCnt="0"/>
      <dgm:spPr/>
    </dgm:pt>
    <dgm:pt modelId="{38E102A1-A69D-4691-9289-F5CD68D4C10B}" type="pres">
      <dgm:prSet presAssocID="{25FBD500-7709-438E-BA61-AFFF018AF981}" presName="tx1" presStyleLbl="revTx" presStyleIdx="3" presStyleCnt="4"/>
      <dgm:spPr/>
    </dgm:pt>
    <dgm:pt modelId="{FB9ECD47-39EF-4264-B911-7C8EE87E340F}" type="pres">
      <dgm:prSet presAssocID="{25FBD500-7709-438E-BA61-AFFF018AF981}" presName="vert1" presStyleCnt="0"/>
      <dgm:spPr/>
    </dgm:pt>
  </dgm:ptLst>
  <dgm:cxnLst>
    <dgm:cxn modelId="{23037F24-7E67-4824-93A9-E307602AF73B}" type="presOf" srcId="{25FBD500-7709-438E-BA61-AFFF018AF981}" destId="{38E102A1-A69D-4691-9289-F5CD68D4C10B}" srcOrd="0" destOrd="0" presId="urn:microsoft.com/office/officeart/2008/layout/LinedList"/>
    <dgm:cxn modelId="{20DB7E37-082F-4CBF-9BF8-A91FA0E6CFA0}" srcId="{FEDE9477-0B5F-40B6-BB97-F4F46DD82C21}" destId="{0350E5AA-848D-43AC-A081-9801ED0E3CA2}" srcOrd="0" destOrd="0" parTransId="{B06F52D1-853B-4BA5-ABAD-09ED2A7587B8}" sibTransId="{2EE52B12-3BA7-4827-B7B5-EE8CA8BBDF08}"/>
    <dgm:cxn modelId="{A1F57E43-2BA3-44E9-9990-54E4C1CC0DD8}" srcId="{FEDE9477-0B5F-40B6-BB97-F4F46DD82C21}" destId="{7789CB3D-50B9-4A0D-9F2F-C77628F27DE8}" srcOrd="1" destOrd="0" parTransId="{FE2B6070-B6C3-4D15-97B3-3904CD9C0825}" sibTransId="{DEEB629D-57B8-4109-9440-406A66B2F603}"/>
    <dgm:cxn modelId="{B6EC776E-6AEA-41D5-AC06-F3084B7E1569}" srcId="{FEDE9477-0B5F-40B6-BB97-F4F46DD82C21}" destId="{25FBD500-7709-438E-BA61-AFFF018AF981}" srcOrd="3" destOrd="0" parTransId="{3A196845-BCF2-49E2-A936-BE02D9FD91CB}" sibTransId="{28A57CE8-8DC2-4950-911A-226615129090}"/>
    <dgm:cxn modelId="{BAEC1F74-02E4-418A-90D1-757CD37D4B65}" type="presOf" srcId="{7789CB3D-50B9-4A0D-9F2F-C77628F27DE8}" destId="{CF6EA53B-127F-447E-8968-17B5B9345115}" srcOrd="0" destOrd="0" presId="urn:microsoft.com/office/officeart/2008/layout/LinedList"/>
    <dgm:cxn modelId="{86806FB4-BAFE-4722-8114-266F464D5D28}" srcId="{FEDE9477-0B5F-40B6-BB97-F4F46DD82C21}" destId="{ABE118F9-C193-4116-A728-C8330E8451AC}" srcOrd="2" destOrd="0" parTransId="{E0047873-9386-4592-828E-C9172E683DB1}" sibTransId="{90B17FCE-4B39-4690-BC0B-2CECD72EC92F}"/>
    <dgm:cxn modelId="{FECD64C7-2CE0-47E3-A02D-E1A2F0686212}" type="presOf" srcId="{FEDE9477-0B5F-40B6-BB97-F4F46DD82C21}" destId="{7D7E9BA2-99AF-4EF6-B79B-AB7F986E9AE3}" srcOrd="0" destOrd="0" presId="urn:microsoft.com/office/officeart/2008/layout/LinedList"/>
    <dgm:cxn modelId="{97DCC6DC-8491-4B61-9FAB-5DF0E4587E94}" type="presOf" srcId="{ABE118F9-C193-4116-A728-C8330E8451AC}" destId="{FCB6D95E-ED41-47DF-B5DE-61A3DCC50FB6}" srcOrd="0" destOrd="0" presId="urn:microsoft.com/office/officeart/2008/layout/LinedList"/>
    <dgm:cxn modelId="{ADD63CF7-C3D4-4A5C-B9AF-098EF5C4CCFD}" type="presOf" srcId="{0350E5AA-848D-43AC-A081-9801ED0E3CA2}" destId="{7C12A9D0-1A88-45B1-88E1-B81A96E239F6}" srcOrd="0" destOrd="0" presId="urn:microsoft.com/office/officeart/2008/layout/LinedList"/>
    <dgm:cxn modelId="{C555F9E3-B74C-4592-902F-21527FE6FFE7}" type="presParOf" srcId="{7D7E9BA2-99AF-4EF6-B79B-AB7F986E9AE3}" destId="{8947EEED-8796-4405-87BC-593FA92A7B54}" srcOrd="0" destOrd="0" presId="urn:microsoft.com/office/officeart/2008/layout/LinedList"/>
    <dgm:cxn modelId="{A4D642E0-596D-40EB-B801-7045BDDB1531}" type="presParOf" srcId="{7D7E9BA2-99AF-4EF6-B79B-AB7F986E9AE3}" destId="{96D8C599-94A5-4852-91C9-A11C66310C1B}" srcOrd="1" destOrd="0" presId="urn:microsoft.com/office/officeart/2008/layout/LinedList"/>
    <dgm:cxn modelId="{A981A6D0-FEF9-4C81-9BD0-4CC9E0ADEDF6}" type="presParOf" srcId="{96D8C599-94A5-4852-91C9-A11C66310C1B}" destId="{7C12A9D0-1A88-45B1-88E1-B81A96E239F6}" srcOrd="0" destOrd="0" presId="urn:microsoft.com/office/officeart/2008/layout/LinedList"/>
    <dgm:cxn modelId="{8DAEA22F-BD03-421B-965D-CBEE8C865818}" type="presParOf" srcId="{96D8C599-94A5-4852-91C9-A11C66310C1B}" destId="{832FADC8-207D-4B82-9CD4-2DBEC0E59054}" srcOrd="1" destOrd="0" presId="urn:microsoft.com/office/officeart/2008/layout/LinedList"/>
    <dgm:cxn modelId="{EF87D567-1E8F-480C-B039-DA561AF91767}" type="presParOf" srcId="{7D7E9BA2-99AF-4EF6-B79B-AB7F986E9AE3}" destId="{E0B2D113-E512-4DD6-84D6-27A6E1564279}" srcOrd="2" destOrd="0" presId="urn:microsoft.com/office/officeart/2008/layout/LinedList"/>
    <dgm:cxn modelId="{1BB6EF55-6260-4ED0-9D24-D4FD19C52373}" type="presParOf" srcId="{7D7E9BA2-99AF-4EF6-B79B-AB7F986E9AE3}" destId="{F892FED5-62C1-4961-AF7B-7A7B0C11EACB}" srcOrd="3" destOrd="0" presId="urn:microsoft.com/office/officeart/2008/layout/LinedList"/>
    <dgm:cxn modelId="{BC2D9EE2-B938-4429-BD67-A9D4395A6580}" type="presParOf" srcId="{F892FED5-62C1-4961-AF7B-7A7B0C11EACB}" destId="{CF6EA53B-127F-447E-8968-17B5B9345115}" srcOrd="0" destOrd="0" presId="urn:microsoft.com/office/officeart/2008/layout/LinedList"/>
    <dgm:cxn modelId="{CFADE1EC-1DB6-446C-A45B-85716C4023D9}" type="presParOf" srcId="{F892FED5-62C1-4961-AF7B-7A7B0C11EACB}" destId="{110B9677-3ACA-4D37-BE2A-C66BA2A96BDB}" srcOrd="1" destOrd="0" presId="urn:microsoft.com/office/officeart/2008/layout/LinedList"/>
    <dgm:cxn modelId="{6BEFBD69-04C1-487C-9F7A-3DA8A96F8F17}" type="presParOf" srcId="{7D7E9BA2-99AF-4EF6-B79B-AB7F986E9AE3}" destId="{2C1BCEC9-6163-40FB-8F64-6DE3C944065B}" srcOrd="4" destOrd="0" presId="urn:microsoft.com/office/officeart/2008/layout/LinedList"/>
    <dgm:cxn modelId="{4D1125CA-C46C-4BAA-A3E9-8DE9D00A6519}" type="presParOf" srcId="{7D7E9BA2-99AF-4EF6-B79B-AB7F986E9AE3}" destId="{5874DC07-87FF-4103-9CE1-20C0A1C2BA9D}" srcOrd="5" destOrd="0" presId="urn:microsoft.com/office/officeart/2008/layout/LinedList"/>
    <dgm:cxn modelId="{038E949B-046C-4E93-9F64-596975CCB163}" type="presParOf" srcId="{5874DC07-87FF-4103-9CE1-20C0A1C2BA9D}" destId="{FCB6D95E-ED41-47DF-B5DE-61A3DCC50FB6}" srcOrd="0" destOrd="0" presId="urn:microsoft.com/office/officeart/2008/layout/LinedList"/>
    <dgm:cxn modelId="{A52BF7DE-0D06-4806-BFA3-000D1A93AAB3}" type="presParOf" srcId="{5874DC07-87FF-4103-9CE1-20C0A1C2BA9D}" destId="{38D772FC-8CEA-4233-81D8-F0DA8AF123CB}" srcOrd="1" destOrd="0" presId="urn:microsoft.com/office/officeart/2008/layout/LinedList"/>
    <dgm:cxn modelId="{4B6663E2-0FE7-41A6-AF77-F8B7549FADAF}" type="presParOf" srcId="{7D7E9BA2-99AF-4EF6-B79B-AB7F986E9AE3}" destId="{BD4E9DD6-C3CA-4F71-AD63-79AD2EAB5208}" srcOrd="6" destOrd="0" presId="urn:microsoft.com/office/officeart/2008/layout/LinedList"/>
    <dgm:cxn modelId="{6A8898A5-7631-44F7-9B6B-CD283DAF07E2}" type="presParOf" srcId="{7D7E9BA2-99AF-4EF6-B79B-AB7F986E9AE3}" destId="{B729B7DD-399B-4327-B70F-44183529BA4C}" srcOrd="7" destOrd="0" presId="urn:microsoft.com/office/officeart/2008/layout/LinedList"/>
    <dgm:cxn modelId="{89652447-1D01-4AD5-AAF1-D4428715145B}" type="presParOf" srcId="{B729B7DD-399B-4327-B70F-44183529BA4C}" destId="{38E102A1-A69D-4691-9289-F5CD68D4C10B}" srcOrd="0" destOrd="0" presId="urn:microsoft.com/office/officeart/2008/layout/LinedList"/>
    <dgm:cxn modelId="{ED308603-06AE-45C9-9EA4-BB3C3CF6ABA9}" type="presParOf" srcId="{B729B7DD-399B-4327-B70F-44183529BA4C}" destId="{FB9ECD47-39EF-4264-B911-7C8EE87E340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05EF33-BA30-4199-AAB7-25DF3367E099}">
      <dsp:nvSpPr>
        <dsp:cNvPr id="0" name=""/>
        <dsp:cNvSpPr/>
      </dsp:nvSpPr>
      <dsp:spPr>
        <a:xfrm>
          <a:off x="0" y="689"/>
          <a:ext cx="50982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93C599-84B4-4B9E-AD50-08847FEB2D91}">
      <dsp:nvSpPr>
        <dsp:cNvPr id="0" name=""/>
        <dsp:cNvSpPr/>
      </dsp:nvSpPr>
      <dsp:spPr>
        <a:xfrm>
          <a:off x="0" y="689"/>
          <a:ext cx="5098256" cy="11297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/>
            <a:t>Motiviation &amp; Ziel</a:t>
          </a:r>
          <a:endParaRPr lang="en-US" sz="5000" kern="1200"/>
        </a:p>
      </dsp:txBody>
      <dsp:txXfrm>
        <a:off x="0" y="689"/>
        <a:ext cx="5098256" cy="1129706"/>
      </dsp:txXfrm>
    </dsp:sp>
    <dsp:sp modelId="{2F1C5E23-8F50-443A-AF2A-D32DA45C91D7}">
      <dsp:nvSpPr>
        <dsp:cNvPr id="0" name=""/>
        <dsp:cNvSpPr/>
      </dsp:nvSpPr>
      <dsp:spPr>
        <a:xfrm>
          <a:off x="0" y="1130396"/>
          <a:ext cx="5098256" cy="0"/>
        </a:xfrm>
        <a:prstGeom prst="line">
          <a:avLst/>
        </a:prstGeom>
        <a:solidFill>
          <a:schemeClr val="accent2">
            <a:hueOff val="9759"/>
            <a:satOff val="-6719"/>
            <a:lumOff val="-1716"/>
            <a:alphaOff val="0"/>
          </a:schemeClr>
        </a:solidFill>
        <a:ln w="15875" cap="flat" cmpd="sng" algn="ctr">
          <a:solidFill>
            <a:schemeClr val="accent2">
              <a:hueOff val="9759"/>
              <a:satOff val="-6719"/>
              <a:lumOff val="-171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ACCC60-A430-4C3D-A756-42E188AC77B0}">
      <dsp:nvSpPr>
        <dsp:cNvPr id="0" name=""/>
        <dsp:cNvSpPr/>
      </dsp:nvSpPr>
      <dsp:spPr>
        <a:xfrm>
          <a:off x="0" y="1130396"/>
          <a:ext cx="5098256" cy="11297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 dirty="0"/>
            <a:t>Methodik</a:t>
          </a:r>
          <a:endParaRPr lang="en-US" sz="5000" kern="1200" dirty="0"/>
        </a:p>
      </dsp:txBody>
      <dsp:txXfrm>
        <a:off x="0" y="1130396"/>
        <a:ext cx="5098256" cy="1129706"/>
      </dsp:txXfrm>
    </dsp:sp>
    <dsp:sp modelId="{3AB98499-10A6-4695-9998-E59DD51A0444}">
      <dsp:nvSpPr>
        <dsp:cNvPr id="0" name=""/>
        <dsp:cNvSpPr/>
      </dsp:nvSpPr>
      <dsp:spPr>
        <a:xfrm>
          <a:off x="0" y="2260102"/>
          <a:ext cx="5098256" cy="0"/>
        </a:xfrm>
        <a:prstGeom prst="line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accent2">
              <a:hueOff val="19519"/>
              <a:satOff val="-13438"/>
              <a:lumOff val="-343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4663FE-5AE7-40A6-94B1-E1C3781A46D4}">
      <dsp:nvSpPr>
        <dsp:cNvPr id="0" name=""/>
        <dsp:cNvSpPr/>
      </dsp:nvSpPr>
      <dsp:spPr>
        <a:xfrm>
          <a:off x="0" y="2260102"/>
          <a:ext cx="5098256" cy="11297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 dirty="0"/>
            <a:t>Ergebnisse</a:t>
          </a:r>
          <a:endParaRPr lang="en-US" sz="5000" kern="1200" dirty="0"/>
        </a:p>
      </dsp:txBody>
      <dsp:txXfrm>
        <a:off x="0" y="2260102"/>
        <a:ext cx="5098256" cy="1129706"/>
      </dsp:txXfrm>
    </dsp:sp>
    <dsp:sp modelId="{DDD2313D-5108-4A18-B234-8B369D88F9DA}">
      <dsp:nvSpPr>
        <dsp:cNvPr id="0" name=""/>
        <dsp:cNvSpPr/>
      </dsp:nvSpPr>
      <dsp:spPr>
        <a:xfrm>
          <a:off x="0" y="3389809"/>
          <a:ext cx="5098256" cy="0"/>
        </a:xfrm>
        <a:prstGeom prst="line">
          <a:avLst/>
        </a:prstGeom>
        <a:solidFill>
          <a:schemeClr val="accent2">
            <a:hueOff val="29278"/>
            <a:satOff val="-20157"/>
            <a:lumOff val="-5147"/>
            <a:alphaOff val="0"/>
          </a:schemeClr>
        </a:solidFill>
        <a:ln w="15875" cap="flat" cmpd="sng" algn="ctr">
          <a:solidFill>
            <a:schemeClr val="accent2">
              <a:hueOff val="29278"/>
              <a:satOff val="-20157"/>
              <a:lumOff val="-51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028489-2B11-4CBE-BD12-5010EBD835E2}">
      <dsp:nvSpPr>
        <dsp:cNvPr id="0" name=""/>
        <dsp:cNvSpPr/>
      </dsp:nvSpPr>
      <dsp:spPr>
        <a:xfrm>
          <a:off x="0" y="3389809"/>
          <a:ext cx="5098256" cy="11297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/>
            <a:t>Fazit &amp; Ausblick</a:t>
          </a:r>
          <a:endParaRPr lang="en-US" sz="5000" kern="1200"/>
        </a:p>
      </dsp:txBody>
      <dsp:txXfrm>
        <a:off x="0" y="3389809"/>
        <a:ext cx="5098256" cy="1129706"/>
      </dsp:txXfrm>
    </dsp:sp>
    <dsp:sp modelId="{FFE44DAE-BDE3-4937-91E9-829E363488D0}">
      <dsp:nvSpPr>
        <dsp:cNvPr id="0" name=""/>
        <dsp:cNvSpPr/>
      </dsp:nvSpPr>
      <dsp:spPr>
        <a:xfrm>
          <a:off x="0" y="4519515"/>
          <a:ext cx="5098256" cy="0"/>
        </a:xfrm>
        <a:prstGeom prst="line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accent2">
              <a:hueOff val="39038"/>
              <a:satOff val="-26876"/>
              <a:lumOff val="-68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42F74C-437F-44C6-93CF-513DB3AF203D}">
      <dsp:nvSpPr>
        <dsp:cNvPr id="0" name=""/>
        <dsp:cNvSpPr/>
      </dsp:nvSpPr>
      <dsp:spPr>
        <a:xfrm>
          <a:off x="0" y="4519515"/>
          <a:ext cx="5098256" cy="11297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/>
            <a:t>Literatur</a:t>
          </a:r>
          <a:endParaRPr lang="en-US" sz="5000" kern="1200"/>
        </a:p>
      </dsp:txBody>
      <dsp:txXfrm>
        <a:off x="0" y="4519515"/>
        <a:ext cx="5098256" cy="11297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219B4-4805-4053-A1AB-425AC345A961}">
      <dsp:nvSpPr>
        <dsp:cNvPr id="0" name=""/>
        <dsp:cNvSpPr/>
      </dsp:nvSpPr>
      <dsp:spPr>
        <a:xfrm>
          <a:off x="0" y="2758"/>
          <a:ext cx="50982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917610-0214-4DD6-9ED8-42F94C92937D}">
      <dsp:nvSpPr>
        <dsp:cNvPr id="0" name=""/>
        <dsp:cNvSpPr/>
      </dsp:nvSpPr>
      <dsp:spPr>
        <a:xfrm>
          <a:off x="0" y="2758"/>
          <a:ext cx="5098256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• </a:t>
          </a:r>
          <a:r>
            <a:rPr lang="en-US" sz="2900" kern="1200" dirty="0" err="1"/>
            <a:t>Zunehmende</a:t>
          </a:r>
          <a:r>
            <a:rPr lang="en-US" sz="2900" kern="1200" dirty="0"/>
            <a:t> </a:t>
          </a:r>
          <a:r>
            <a:rPr lang="en-US" sz="2900" kern="1200" dirty="0" err="1"/>
            <a:t>Hitzebelastung</a:t>
          </a:r>
          <a:r>
            <a:rPr lang="en-US" sz="2900" kern="1200" dirty="0"/>
            <a:t> in </a:t>
          </a:r>
          <a:r>
            <a:rPr lang="en-US" sz="2900" kern="1200" dirty="0" err="1"/>
            <a:t>Städten</a:t>
          </a:r>
          <a:endParaRPr lang="en-US" sz="2900" kern="1200" dirty="0"/>
        </a:p>
      </dsp:txBody>
      <dsp:txXfrm>
        <a:off x="0" y="2758"/>
        <a:ext cx="5098256" cy="1881464"/>
      </dsp:txXfrm>
    </dsp:sp>
    <dsp:sp modelId="{CA45CBBB-2E4F-4994-8302-D3F8FCC8B0A2}">
      <dsp:nvSpPr>
        <dsp:cNvPr id="0" name=""/>
        <dsp:cNvSpPr/>
      </dsp:nvSpPr>
      <dsp:spPr>
        <a:xfrm>
          <a:off x="0" y="1884223"/>
          <a:ext cx="5098256" cy="0"/>
        </a:xfrm>
        <a:prstGeom prst="line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accent2">
              <a:hueOff val="19519"/>
              <a:satOff val="-13438"/>
              <a:lumOff val="-343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E93B42-5620-4D68-9E8E-61E3EB5EE125}">
      <dsp:nvSpPr>
        <dsp:cNvPr id="0" name=""/>
        <dsp:cNvSpPr/>
      </dsp:nvSpPr>
      <dsp:spPr>
        <a:xfrm>
          <a:off x="0" y="1884223"/>
          <a:ext cx="5098256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• </a:t>
          </a:r>
          <a:r>
            <a:rPr lang="en-US" sz="2900" kern="1200" dirty="0" err="1"/>
            <a:t>Kombination</a:t>
          </a:r>
          <a:r>
            <a:rPr lang="en-US" sz="2900" kern="1200" dirty="0"/>
            <a:t> </a:t>
          </a:r>
          <a:r>
            <a:rPr lang="en-US" sz="2900" kern="1200" dirty="0" err="1"/>
            <a:t>aus</a:t>
          </a:r>
          <a:r>
            <a:rPr lang="en-US" sz="2900" kern="1200" dirty="0"/>
            <a:t> LCZ (Locale Climate Zone), LST (Land Surface Temperature) und </a:t>
          </a:r>
          <a:r>
            <a:rPr lang="en-US" sz="2900" kern="1200" dirty="0" err="1"/>
            <a:t>Grünflächenerreichbarkeit</a:t>
          </a:r>
          <a:endParaRPr lang="en-US" sz="2900" kern="1200" dirty="0"/>
        </a:p>
      </dsp:txBody>
      <dsp:txXfrm>
        <a:off x="0" y="1884223"/>
        <a:ext cx="5098256" cy="1881464"/>
      </dsp:txXfrm>
    </dsp:sp>
    <dsp:sp modelId="{5401C3D4-4338-4611-8972-90B117B1D01B}">
      <dsp:nvSpPr>
        <dsp:cNvPr id="0" name=""/>
        <dsp:cNvSpPr/>
      </dsp:nvSpPr>
      <dsp:spPr>
        <a:xfrm>
          <a:off x="0" y="3765688"/>
          <a:ext cx="5098256" cy="0"/>
        </a:xfrm>
        <a:prstGeom prst="line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accent2">
              <a:hueOff val="39038"/>
              <a:satOff val="-26876"/>
              <a:lumOff val="-68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76BCE3-3915-4185-899F-9FBF277854A4}">
      <dsp:nvSpPr>
        <dsp:cNvPr id="0" name=""/>
        <dsp:cNvSpPr/>
      </dsp:nvSpPr>
      <dsp:spPr>
        <a:xfrm>
          <a:off x="0" y="3765688"/>
          <a:ext cx="5098256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• Ziel: Identifikation vulnerabler Wohngebiete</a:t>
          </a:r>
        </a:p>
      </dsp:txBody>
      <dsp:txXfrm>
        <a:off x="0" y="3765688"/>
        <a:ext cx="5098256" cy="18814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D5801C-A30B-45A5-933D-1CC8F7D8B8A8}">
      <dsp:nvSpPr>
        <dsp:cNvPr id="0" name=""/>
        <dsp:cNvSpPr/>
      </dsp:nvSpPr>
      <dsp:spPr>
        <a:xfrm>
          <a:off x="0" y="0"/>
          <a:ext cx="3990749" cy="90925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LCZ Generator</a:t>
          </a:r>
        </a:p>
      </dsp:txBody>
      <dsp:txXfrm>
        <a:off x="26631" y="26631"/>
        <a:ext cx="2903207" cy="855994"/>
      </dsp:txXfrm>
    </dsp:sp>
    <dsp:sp modelId="{40552D4C-97C6-4ACA-A5F1-866CF885DA71}">
      <dsp:nvSpPr>
        <dsp:cNvPr id="0" name=""/>
        <dsp:cNvSpPr/>
      </dsp:nvSpPr>
      <dsp:spPr>
        <a:xfrm>
          <a:off x="298010" y="1035542"/>
          <a:ext cx="3990749" cy="909256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Landsat 9 Sommer 2025 (LST)</a:t>
          </a:r>
        </a:p>
      </dsp:txBody>
      <dsp:txXfrm>
        <a:off x="324641" y="1062173"/>
        <a:ext cx="3048459" cy="855994"/>
      </dsp:txXfrm>
    </dsp:sp>
    <dsp:sp modelId="{1E72AC97-0A84-478A-94E1-00C8C26D5CE4}">
      <dsp:nvSpPr>
        <dsp:cNvPr id="0" name=""/>
        <dsp:cNvSpPr/>
      </dsp:nvSpPr>
      <dsp:spPr>
        <a:xfrm>
          <a:off x="596020" y="2071084"/>
          <a:ext cx="3990749" cy="90925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Grünflächen aus LCZ A/B</a:t>
          </a:r>
        </a:p>
      </dsp:txBody>
      <dsp:txXfrm>
        <a:off x="622651" y="2097715"/>
        <a:ext cx="3048459" cy="855994"/>
      </dsp:txXfrm>
    </dsp:sp>
    <dsp:sp modelId="{8CBAD87E-9213-4734-9648-B33D80A98CF3}">
      <dsp:nvSpPr>
        <dsp:cNvPr id="0" name=""/>
        <dsp:cNvSpPr/>
      </dsp:nvSpPr>
      <dsp:spPr>
        <a:xfrm>
          <a:off x="894031" y="3106626"/>
          <a:ext cx="3990749" cy="909256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• </a:t>
          </a:r>
          <a:r>
            <a:rPr lang="en-US" sz="1900" kern="1200" dirty="0" err="1"/>
            <a:t>Distanzanalyse</a:t>
          </a:r>
          <a:r>
            <a:rPr lang="en-US" sz="1900" kern="1200" dirty="0"/>
            <a:t> </a:t>
          </a:r>
          <a:r>
            <a:rPr lang="en-US" sz="1900" kern="1200" dirty="0" err="1"/>
            <a:t>mit</a:t>
          </a:r>
          <a:r>
            <a:rPr lang="en-US" sz="1900" kern="1200" dirty="0"/>
            <a:t> </a:t>
          </a:r>
          <a:r>
            <a:rPr lang="en-US" sz="1900" kern="1200" dirty="0" err="1"/>
            <a:t>euklidischer</a:t>
          </a:r>
          <a:r>
            <a:rPr lang="en-US" sz="1900" kern="1200" dirty="0"/>
            <a:t> </a:t>
          </a:r>
          <a:r>
            <a:rPr lang="en-US" sz="1900" kern="1200" dirty="0" err="1"/>
            <a:t>Distanz</a:t>
          </a:r>
          <a:r>
            <a:rPr lang="en-US" sz="1900" kern="1200" dirty="0"/>
            <a:t>(&lt;500 m)</a:t>
          </a:r>
        </a:p>
      </dsp:txBody>
      <dsp:txXfrm>
        <a:off x="920662" y="3133257"/>
        <a:ext cx="3048459" cy="855994"/>
      </dsp:txXfrm>
    </dsp:sp>
    <dsp:sp modelId="{79141499-63E9-4FAD-A86A-57C9C9E7554C}">
      <dsp:nvSpPr>
        <dsp:cNvPr id="0" name=""/>
        <dsp:cNvSpPr/>
      </dsp:nvSpPr>
      <dsp:spPr>
        <a:xfrm>
          <a:off x="1192041" y="4142168"/>
          <a:ext cx="3990749" cy="909256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Vierstufige Vulnerabilitätsklassifikation</a:t>
          </a:r>
        </a:p>
      </dsp:txBody>
      <dsp:txXfrm>
        <a:off x="1218672" y="4168799"/>
        <a:ext cx="3048459" cy="855994"/>
      </dsp:txXfrm>
    </dsp:sp>
    <dsp:sp modelId="{CD406CA7-EFD9-49AB-8AB4-DBCB3EBFAF89}">
      <dsp:nvSpPr>
        <dsp:cNvPr id="0" name=""/>
        <dsp:cNvSpPr/>
      </dsp:nvSpPr>
      <dsp:spPr>
        <a:xfrm>
          <a:off x="3399732" y="664262"/>
          <a:ext cx="591016" cy="59101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3532711" y="664262"/>
        <a:ext cx="325058" cy="444740"/>
      </dsp:txXfrm>
    </dsp:sp>
    <dsp:sp modelId="{09FAE6C6-ABA8-4E4E-AFB5-4EE8C27463AB}">
      <dsp:nvSpPr>
        <dsp:cNvPr id="0" name=""/>
        <dsp:cNvSpPr/>
      </dsp:nvSpPr>
      <dsp:spPr>
        <a:xfrm>
          <a:off x="3697742" y="1699804"/>
          <a:ext cx="591016" cy="591016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3830721" y="1699804"/>
        <a:ext cx="325058" cy="444740"/>
      </dsp:txXfrm>
    </dsp:sp>
    <dsp:sp modelId="{516BDB24-4D43-4DEC-9780-19B2445B8939}">
      <dsp:nvSpPr>
        <dsp:cNvPr id="0" name=""/>
        <dsp:cNvSpPr/>
      </dsp:nvSpPr>
      <dsp:spPr>
        <a:xfrm>
          <a:off x="3995753" y="2720192"/>
          <a:ext cx="591016" cy="591016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4128732" y="2720192"/>
        <a:ext cx="325058" cy="444740"/>
      </dsp:txXfrm>
    </dsp:sp>
    <dsp:sp modelId="{7FCA575B-DE6B-4E5B-950B-6D04D9E9C91B}">
      <dsp:nvSpPr>
        <dsp:cNvPr id="0" name=""/>
        <dsp:cNvSpPr/>
      </dsp:nvSpPr>
      <dsp:spPr>
        <a:xfrm>
          <a:off x="4293763" y="3765837"/>
          <a:ext cx="591016" cy="59101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>
        <a:off x="4426742" y="3765837"/>
        <a:ext cx="325058" cy="4447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47EEED-8796-4405-87BC-593FA92A7B54}">
      <dsp:nvSpPr>
        <dsp:cNvPr id="0" name=""/>
        <dsp:cNvSpPr/>
      </dsp:nvSpPr>
      <dsp:spPr>
        <a:xfrm>
          <a:off x="0" y="0"/>
          <a:ext cx="50982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12A9D0-1A88-45B1-88E1-B81A96E239F6}">
      <dsp:nvSpPr>
        <dsp:cNvPr id="0" name=""/>
        <dsp:cNvSpPr/>
      </dsp:nvSpPr>
      <dsp:spPr>
        <a:xfrm>
          <a:off x="0" y="0"/>
          <a:ext cx="5098256" cy="14124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• Dichte Bebauung erhöht Wärmebelastung</a:t>
          </a:r>
          <a:endParaRPr lang="en-US" sz="2800" kern="1200"/>
        </a:p>
      </dsp:txBody>
      <dsp:txXfrm>
        <a:off x="0" y="0"/>
        <a:ext cx="5098256" cy="1412477"/>
      </dsp:txXfrm>
    </dsp:sp>
    <dsp:sp modelId="{E0B2D113-E512-4DD6-84D6-27A6E1564279}">
      <dsp:nvSpPr>
        <dsp:cNvPr id="0" name=""/>
        <dsp:cNvSpPr/>
      </dsp:nvSpPr>
      <dsp:spPr>
        <a:xfrm>
          <a:off x="0" y="1412478"/>
          <a:ext cx="5098256" cy="0"/>
        </a:xfrm>
        <a:prstGeom prst="line">
          <a:avLst/>
        </a:prstGeom>
        <a:solidFill>
          <a:schemeClr val="accent2">
            <a:hueOff val="13013"/>
            <a:satOff val="-8959"/>
            <a:lumOff val="-2288"/>
            <a:alphaOff val="0"/>
          </a:schemeClr>
        </a:solidFill>
        <a:ln w="15875" cap="flat" cmpd="sng" algn="ctr">
          <a:solidFill>
            <a:schemeClr val="accent2">
              <a:hueOff val="13013"/>
              <a:satOff val="-8959"/>
              <a:lumOff val="-228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6EA53B-127F-447E-8968-17B5B9345115}">
      <dsp:nvSpPr>
        <dsp:cNvPr id="0" name=""/>
        <dsp:cNvSpPr/>
      </dsp:nvSpPr>
      <dsp:spPr>
        <a:xfrm>
          <a:off x="0" y="1412477"/>
          <a:ext cx="5098256" cy="14124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• Insgesamt gute Grünflächenerreichbarkeit in Wohngebieten (89 %)</a:t>
          </a:r>
          <a:endParaRPr lang="en-US" sz="2800" kern="1200"/>
        </a:p>
      </dsp:txBody>
      <dsp:txXfrm>
        <a:off x="0" y="1412477"/>
        <a:ext cx="5098256" cy="1412477"/>
      </dsp:txXfrm>
    </dsp:sp>
    <dsp:sp modelId="{2C1BCEC9-6163-40FB-8F64-6DE3C944065B}">
      <dsp:nvSpPr>
        <dsp:cNvPr id="0" name=""/>
        <dsp:cNvSpPr/>
      </dsp:nvSpPr>
      <dsp:spPr>
        <a:xfrm>
          <a:off x="0" y="2824956"/>
          <a:ext cx="5098256" cy="0"/>
        </a:xfrm>
        <a:prstGeom prst="line">
          <a:avLst/>
        </a:prstGeom>
        <a:solidFill>
          <a:schemeClr val="accent2">
            <a:hueOff val="26025"/>
            <a:satOff val="-17917"/>
            <a:lumOff val="-4575"/>
            <a:alphaOff val="0"/>
          </a:schemeClr>
        </a:solidFill>
        <a:ln w="15875" cap="flat" cmpd="sng" algn="ctr">
          <a:solidFill>
            <a:schemeClr val="accent2">
              <a:hueOff val="26025"/>
              <a:satOff val="-17917"/>
              <a:lumOff val="-457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B6D95E-ED41-47DF-B5DE-61A3DCC50FB6}">
      <dsp:nvSpPr>
        <dsp:cNvPr id="0" name=""/>
        <dsp:cNvSpPr/>
      </dsp:nvSpPr>
      <dsp:spPr>
        <a:xfrm>
          <a:off x="0" y="2824955"/>
          <a:ext cx="5098256" cy="14124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• LCZ 2 und 5 höchste Belastung</a:t>
          </a:r>
          <a:endParaRPr lang="en-US" sz="2800" kern="1200"/>
        </a:p>
      </dsp:txBody>
      <dsp:txXfrm>
        <a:off x="0" y="2824955"/>
        <a:ext cx="5098256" cy="1412477"/>
      </dsp:txXfrm>
    </dsp:sp>
    <dsp:sp modelId="{BD4E9DD6-C3CA-4F71-AD63-79AD2EAB5208}">
      <dsp:nvSpPr>
        <dsp:cNvPr id="0" name=""/>
        <dsp:cNvSpPr/>
      </dsp:nvSpPr>
      <dsp:spPr>
        <a:xfrm>
          <a:off x="0" y="4237434"/>
          <a:ext cx="5098256" cy="0"/>
        </a:xfrm>
        <a:prstGeom prst="line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accent2">
              <a:hueOff val="39038"/>
              <a:satOff val="-26876"/>
              <a:lumOff val="-68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E102A1-A69D-4691-9289-F5CD68D4C10B}">
      <dsp:nvSpPr>
        <dsp:cNvPr id="0" name=""/>
        <dsp:cNvSpPr/>
      </dsp:nvSpPr>
      <dsp:spPr>
        <a:xfrm>
          <a:off x="0" y="4237433"/>
          <a:ext cx="5098256" cy="14124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• Zukünftig: Netzwerkanalyse, Lufttemperatur, Bevölkerungsdaten</a:t>
          </a:r>
          <a:endParaRPr lang="en-US" sz="2800" kern="1200"/>
        </a:p>
      </dsp:txBody>
      <dsp:txXfrm>
        <a:off x="0" y="4237433"/>
        <a:ext cx="5098256" cy="141247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065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10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6193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882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51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8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61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74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2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65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de-DE" sz="6000" dirty="0"/>
              <a:t>Analyse der Hitzebelastung und Grünflächenerreichbarkeit in Wiesbadener Wohngebieten</a:t>
            </a:r>
            <a:endParaRPr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dirty="0"/>
              <a:t>Leon Faller</a:t>
            </a:r>
          </a:p>
          <a:p>
            <a:r>
              <a:rPr lang="en-US" dirty="0"/>
              <a:t>GIS for Sustainable Cities and Climate Action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E083AD1-A2FD-70A3-E5D8-3D3E6012D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de-DE" sz="3100">
                <a:solidFill>
                  <a:srgbClr val="FFFFFF"/>
                </a:solidFill>
              </a:rPr>
              <a:t>Gliederung</a:t>
            </a: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18" name="Inhaltsplatzhalter 2">
            <a:extLst>
              <a:ext uri="{FF2B5EF4-FFF2-40B4-BE49-F238E27FC236}">
                <a16:creationId xmlns:a16="http://schemas.microsoft.com/office/drawing/2014/main" id="{B567AD23-7C63-F3AE-4336-055940AAB6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263345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0126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de-DE" sz="3100" dirty="0">
                <a:solidFill>
                  <a:srgbClr val="FFFFFF"/>
                </a:solidFill>
              </a:rPr>
              <a:t>Motivation &amp; Ziel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F79666B-B226-0122-22E5-57BCA2930A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040726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2909" y="634946"/>
            <a:ext cx="2529396" cy="5055904"/>
          </a:xfrm>
        </p:spPr>
        <p:txBody>
          <a:bodyPr anchor="ctr">
            <a:normAutofit/>
          </a:bodyPr>
          <a:lstStyle/>
          <a:p>
            <a:r>
              <a:t>Methodik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92733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9C6118-8E24-0F21-9F3B-72545ABBDC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6123172"/>
              </p:ext>
            </p:extLst>
          </p:nvPr>
        </p:nvGraphicFramePr>
        <p:xfrm>
          <a:off x="475059" y="639763"/>
          <a:ext cx="5182791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2103875"/>
          </a:xfrm>
        </p:spPr>
        <p:txBody>
          <a:bodyPr>
            <a:normAutofit/>
          </a:bodyPr>
          <a:lstStyle/>
          <a:p>
            <a:r>
              <a:rPr lang="de-DE" sz="3100">
                <a:solidFill>
                  <a:srgbClr val="FFFFFF"/>
                </a:solidFill>
              </a:rPr>
              <a:t>Ergebnisse: LCZ und LST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653800"/>
            <a:ext cx="2313633" cy="3335519"/>
          </a:xfrm>
        </p:spPr>
        <p:txBody>
          <a:bodyPr>
            <a:normAutofit/>
          </a:bodyPr>
          <a:lstStyle/>
          <a:p>
            <a:pPr marL="0" indent="0">
              <a:buNone/>
              <a:defRPr sz="2400"/>
            </a:pPr>
            <a:r>
              <a:rPr lang="de-DE" sz="1300" dirty="0">
                <a:solidFill>
                  <a:srgbClr val="FFFFFF"/>
                </a:solidFill>
              </a:rPr>
              <a:t> • Korrelation zwischen   Temperatur und LCZ erkennbar 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LCZ 6 (open </a:t>
            </a:r>
            <a:r>
              <a:rPr lang="de-DE" sz="1300" dirty="0" err="1">
                <a:solidFill>
                  <a:srgbClr val="FFFFFF"/>
                </a:solidFill>
              </a:rPr>
              <a:t>lowrise</a:t>
            </a:r>
            <a:r>
              <a:rPr lang="de-DE" sz="1300" dirty="0">
                <a:solidFill>
                  <a:srgbClr val="FFFFFF"/>
                </a:solidFill>
              </a:rPr>
              <a:t>) dominiert den Wiesbadener Wohnraum (~58 %)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Höchste mittlere LST: LCZ 2 (</a:t>
            </a:r>
            <a:r>
              <a:rPr lang="de-DE" sz="1300" dirty="0" err="1">
                <a:solidFill>
                  <a:srgbClr val="FFFFFF"/>
                </a:solidFill>
              </a:rPr>
              <a:t>compact</a:t>
            </a:r>
            <a:r>
              <a:rPr lang="de-DE" sz="1300" dirty="0">
                <a:solidFill>
                  <a:srgbClr val="FFFFFF"/>
                </a:solidFill>
              </a:rPr>
              <a:t> </a:t>
            </a:r>
            <a:r>
              <a:rPr lang="de-DE" sz="1300" dirty="0" err="1">
                <a:solidFill>
                  <a:srgbClr val="FFFFFF"/>
                </a:solidFill>
              </a:rPr>
              <a:t>midrise</a:t>
            </a:r>
            <a:r>
              <a:rPr lang="de-DE" sz="1300" dirty="0">
                <a:solidFill>
                  <a:srgbClr val="FFFFFF"/>
                </a:solidFill>
              </a:rPr>
              <a:t>) (42.6 °C)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Niedrigste mittlere LST: LCZ 9 (</a:t>
            </a:r>
            <a:r>
              <a:rPr lang="de-DE" sz="1300" dirty="0" err="1">
                <a:solidFill>
                  <a:srgbClr val="FFFFFF"/>
                </a:solidFill>
              </a:rPr>
              <a:t>sparsely</a:t>
            </a:r>
            <a:r>
              <a:rPr lang="de-DE" sz="1300" dirty="0">
                <a:solidFill>
                  <a:srgbClr val="FFFFFF"/>
                </a:solidFill>
              </a:rPr>
              <a:t> </a:t>
            </a:r>
            <a:r>
              <a:rPr lang="de-DE" sz="1300" dirty="0" err="1">
                <a:solidFill>
                  <a:srgbClr val="FFFFFF"/>
                </a:solidFill>
              </a:rPr>
              <a:t>built</a:t>
            </a:r>
            <a:r>
              <a:rPr lang="de-DE" sz="1300" dirty="0">
                <a:solidFill>
                  <a:srgbClr val="FFFFFF"/>
                </a:solidFill>
              </a:rPr>
              <a:t>) (33.8 °C)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16CBD21-377A-80E2-05D9-9D203979B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512" y="3857714"/>
            <a:ext cx="5098562" cy="2370831"/>
          </a:xfrm>
          <a:prstGeom prst="rect">
            <a:avLst/>
          </a:prstGeom>
        </p:spPr>
      </p:pic>
      <p:pic>
        <p:nvPicPr>
          <p:cNvPr id="6" name="Grafik 5" descr="Ein Bild, das Text, Karte, Atlas, Screenshot enthält.&#10;&#10;KI-generierte Inhalte können fehlerhaft sein.">
            <a:extLst>
              <a:ext uri="{FF2B5EF4-FFF2-40B4-BE49-F238E27FC236}">
                <a16:creationId xmlns:a16="http://schemas.microsoft.com/office/drawing/2014/main" id="{AD95506D-A82C-317B-E226-BB1452587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538" y="200740"/>
            <a:ext cx="4565124" cy="32282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2103875"/>
          </a:xfrm>
        </p:spPr>
        <p:txBody>
          <a:bodyPr>
            <a:normAutofit/>
          </a:bodyPr>
          <a:lstStyle/>
          <a:p>
            <a:r>
              <a:rPr lang="de-DE" sz="3100">
                <a:solidFill>
                  <a:srgbClr val="FFFFFF"/>
                </a:solidFill>
              </a:rPr>
              <a:t>Ergebnisse: Vulnerabilität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653800"/>
            <a:ext cx="2313633" cy="3335519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33.8 % Klasse 1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0.9 % Klasse 2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55.7 % Klasse 3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9.7 % Klasse 4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Grünfläche &lt; 500 m = 89 %</a:t>
            </a:r>
          </a:p>
          <a:p>
            <a:pPr>
              <a:defRPr sz="2400"/>
            </a:pPr>
            <a:r>
              <a:rPr lang="de-DE" sz="1300" dirty="0">
                <a:solidFill>
                  <a:srgbClr val="FFFFFF"/>
                </a:solidFill>
              </a:rPr>
              <a:t>• LCZ 2 und 5 ausschließlich mittel-hohe Belastung</a:t>
            </a:r>
          </a:p>
          <a:p>
            <a:pPr>
              <a:defRPr sz="2400"/>
            </a:pPr>
            <a:endParaRPr lang="de-DE" sz="1300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5" name="Grafik 4" descr="Ein Bild, das Text, Screenshot, Diagramm, Reihe enthält.">
            <a:extLst>
              <a:ext uri="{FF2B5EF4-FFF2-40B4-BE49-F238E27FC236}">
                <a16:creationId xmlns:a16="http://schemas.microsoft.com/office/drawing/2014/main" id="{93AE2159-66A7-CC40-D51F-2C88CDE03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160" y="3429000"/>
            <a:ext cx="5098562" cy="2957165"/>
          </a:xfrm>
          <a:prstGeom prst="rect">
            <a:avLst/>
          </a:prstGeom>
        </p:spPr>
      </p:pic>
      <p:pic>
        <p:nvPicPr>
          <p:cNvPr id="6" name="Grafik 5" descr="Ein Bild, das Text, Karte enthält.&#10;&#10;KI-generierte Inhalte können fehlerhaft sein.">
            <a:extLst>
              <a:ext uri="{FF2B5EF4-FFF2-40B4-BE49-F238E27FC236}">
                <a16:creationId xmlns:a16="http://schemas.microsoft.com/office/drawing/2014/main" id="{725C9A62-272B-7A3D-0664-F03897101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676" y="184691"/>
            <a:ext cx="4477851" cy="3166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de-DE" sz="3100">
                <a:solidFill>
                  <a:srgbClr val="FFFFFF"/>
                </a:solidFill>
              </a:rPr>
              <a:t>Fazit &amp; Ausblick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DD60383-AAE6-4F24-8D56-4BF7B89C12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8760540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4B8B2B0-D000-1715-8015-A82154F0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de-DE" sz="3100">
                <a:solidFill>
                  <a:srgbClr val="FFFFFF"/>
                </a:solidFill>
              </a:rPr>
              <a:t>Quellen</a:t>
            </a:r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AB569B-7826-3F7A-44E4-A7244FFB4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r>
              <a:rPr lang="de-DE" sz="800" dirty="0"/>
              <a:t>Literaturverzeichnis</a:t>
            </a:r>
          </a:p>
          <a:p>
            <a:r>
              <a:rPr lang="de-DE" sz="800" dirty="0" err="1"/>
              <a:t>Demuzere</a:t>
            </a:r>
            <a:r>
              <a:rPr lang="de-DE" sz="800" dirty="0"/>
              <a:t>, Matthias; Kittner, Jonas; Bechtel, Benjamin (2021): LCZ Generator: A Web </a:t>
            </a:r>
            <a:r>
              <a:rPr lang="de-DE" sz="800" dirty="0" err="1"/>
              <a:t>Application</a:t>
            </a:r>
            <a:r>
              <a:rPr lang="de-DE" sz="800" dirty="0"/>
              <a:t> </a:t>
            </a:r>
            <a:r>
              <a:rPr lang="de-DE" sz="800" dirty="0" err="1"/>
              <a:t>to</a:t>
            </a:r>
            <a:r>
              <a:rPr lang="de-DE" sz="800" dirty="0"/>
              <a:t> Create </a:t>
            </a:r>
            <a:r>
              <a:rPr lang="de-DE" sz="800" dirty="0" err="1"/>
              <a:t>Local</a:t>
            </a:r>
            <a:r>
              <a:rPr lang="de-DE" sz="800" dirty="0"/>
              <a:t> Climate Zone Maps. In: Front. Environ. </a:t>
            </a:r>
            <a:r>
              <a:rPr lang="de-DE" sz="800" dirty="0" err="1"/>
              <a:t>Sci</a:t>
            </a:r>
            <a:r>
              <a:rPr lang="de-DE" sz="800" dirty="0"/>
              <a:t>. 9, Artikel 637455. DOI: 10.3389/fenvs.2021.637455.</a:t>
            </a:r>
          </a:p>
          <a:p>
            <a:r>
              <a:rPr lang="de-DE" sz="800" dirty="0"/>
              <a:t>Gunawardena, K. R.; Wells, M. J.; Kershaw, T. (2017): </a:t>
            </a:r>
            <a:r>
              <a:rPr lang="de-DE" sz="800" dirty="0" err="1"/>
              <a:t>Utilising</a:t>
            </a:r>
            <a:r>
              <a:rPr lang="de-DE" sz="800" dirty="0"/>
              <a:t> </a:t>
            </a:r>
            <a:r>
              <a:rPr lang="de-DE" sz="800" dirty="0" err="1"/>
              <a:t>green</a:t>
            </a:r>
            <a:r>
              <a:rPr lang="de-DE" sz="800" dirty="0"/>
              <a:t> and </a:t>
            </a:r>
            <a:r>
              <a:rPr lang="de-DE" sz="800" dirty="0" err="1"/>
              <a:t>bluespace</a:t>
            </a:r>
            <a:r>
              <a:rPr lang="de-DE" sz="800" dirty="0"/>
              <a:t> </a:t>
            </a:r>
            <a:r>
              <a:rPr lang="de-DE" sz="800" dirty="0" err="1"/>
              <a:t>to</a:t>
            </a:r>
            <a:r>
              <a:rPr lang="de-DE" sz="800" dirty="0"/>
              <a:t> </a:t>
            </a:r>
            <a:r>
              <a:rPr lang="de-DE" sz="800" dirty="0" err="1"/>
              <a:t>mitigate</a:t>
            </a:r>
            <a:r>
              <a:rPr lang="de-DE" sz="800" dirty="0"/>
              <a:t> urban </a:t>
            </a:r>
            <a:r>
              <a:rPr lang="de-DE" sz="800" dirty="0" err="1"/>
              <a:t>heat</a:t>
            </a:r>
            <a:r>
              <a:rPr lang="de-DE" sz="800" dirty="0"/>
              <a:t> </a:t>
            </a:r>
            <a:r>
              <a:rPr lang="de-DE" sz="800" dirty="0" err="1"/>
              <a:t>island</a:t>
            </a:r>
            <a:r>
              <a:rPr lang="de-DE" sz="800" dirty="0"/>
              <a:t> </a:t>
            </a:r>
            <a:r>
              <a:rPr lang="de-DE" sz="800" dirty="0" err="1"/>
              <a:t>intensity</a:t>
            </a:r>
            <a:r>
              <a:rPr lang="de-DE" sz="800" dirty="0"/>
              <a:t>. In: The Science </a:t>
            </a:r>
            <a:r>
              <a:rPr lang="de-DE" sz="800" dirty="0" err="1"/>
              <a:t>of</a:t>
            </a:r>
            <a:r>
              <a:rPr lang="de-DE" sz="800" dirty="0"/>
              <a:t> </a:t>
            </a:r>
            <a:r>
              <a:rPr lang="de-DE" sz="800" dirty="0" err="1"/>
              <a:t>the</a:t>
            </a:r>
            <a:r>
              <a:rPr lang="de-DE" sz="800" dirty="0"/>
              <a:t> total </a:t>
            </a:r>
            <a:r>
              <a:rPr lang="de-DE" sz="800" dirty="0" err="1"/>
              <a:t>environment</a:t>
            </a:r>
            <a:r>
              <a:rPr lang="de-DE" sz="800" dirty="0"/>
              <a:t> 584-585, S. 1040–1055. DOI: 10.1016/j.scitotenv.2017.01.158.</a:t>
            </a:r>
          </a:p>
          <a:p>
            <a:r>
              <a:rPr lang="de-DE" sz="800" dirty="0" err="1"/>
              <a:t>Pritipadmaja</a:t>
            </a:r>
            <a:r>
              <a:rPr lang="de-DE" sz="800" dirty="0"/>
              <a:t>; Garg, Rahul Dev; Sharma, Ashok K. (2023): </a:t>
            </a:r>
            <a:r>
              <a:rPr lang="de-DE" sz="800" dirty="0" err="1"/>
              <a:t>Assessing</a:t>
            </a:r>
            <a:r>
              <a:rPr lang="de-DE" sz="800" dirty="0"/>
              <a:t> </a:t>
            </a:r>
            <a:r>
              <a:rPr lang="de-DE" sz="800" dirty="0" err="1"/>
              <a:t>the</a:t>
            </a:r>
            <a:r>
              <a:rPr lang="de-DE" sz="800" dirty="0"/>
              <a:t> Cooling </a:t>
            </a:r>
            <a:r>
              <a:rPr lang="de-DE" sz="800" dirty="0" err="1"/>
              <a:t>Effect</a:t>
            </a:r>
            <a:r>
              <a:rPr lang="de-DE" sz="800" dirty="0"/>
              <a:t> </a:t>
            </a:r>
            <a:r>
              <a:rPr lang="de-DE" sz="800" dirty="0" err="1"/>
              <a:t>of</a:t>
            </a:r>
            <a:r>
              <a:rPr lang="de-DE" sz="800" dirty="0"/>
              <a:t> Blue-Green Spaces: </a:t>
            </a:r>
            <a:r>
              <a:rPr lang="de-DE" sz="800" dirty="0" err="1"/>
              <a:t>Implications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Urban Heat Island Mitigation. In: </a:t>
            </a:r>
            <a:r>
              <a:rPr lang="de-DE" sz="800" dirty="0" err="1"/>
              <a:t>Water</a:t>
            </a:r>
            <a:r>
              <a:rPr lang="de-DE" sz="800" dirty="0"/>
              <a:t> 15 (16), S. 2983. DOI: 10.3390/w15162983.</a:t>
            </a:r>
          </a:p>
          <a:p>
            <a:r>
              <a:rPr lang="de-DE" sz="800" dirty="0" err="1"/>
              <a:t>Purohit</a:t>
            </a:r>
            <a:r>
              <a:rPr lang="de-DE" sz="800" dirty="0"/>
              <a:t>, </a:t>
            </a:r>
            <a:r>
              <a:rPr lang="de-DE" sz="800" dirty="0" err="1"/>
              <a:t>Sanju</a:t>
            </a:r>
            <a:r>
              <a:rPr lang="de-DE" sz="800" dirty="0"/>
              <a:t> (2024): The </a:t>
            </a:r>
            <a:r>
              <a:rPr lang="de-DE" sz="800" dirty="0" err="1"/>
              <a:t>Role</a:t>
            </a:r>
            <a:r>
              <a:rPr lang="de-DE" sz="800" dirty="0"/>
              <a:t> </a:t>
            </a:r>
            <a:r>
              <a:rPr lang="de-DE" sz="800" dirty="0" err="1"/>
              <a:t>of</a:t>
            </a:r>
            <a:r>
              <a:rPr lang="de-DE" sz="800" dirty="0"/>
              <a:t> Urban Green Spaces in </a:t>
            </a:r>
            <a:r>
              <a:rPr lang="de-DE" sz="800" dirty="0" err="1"/>
              <a:t>Mitigating</a:t>
            </a:r>
            <a:r>
              <a:rPr lang="de-DE" sz="800" dirty="0"/>
              <a:t> Urban Heat Island </a:t>
            </a:r>
            <a:r>
              <a:rPr lang="de-DE" sz="800" dirty="0" err="1"/>
              <a:t>Effect</a:t>
            </a:r>
            <a:r>
              <a:rPr lang="de-DE" sz="800" dirty="0"/>
              <a:t> </a:t>
            </a:r>
            <a:r>
              <a:rPr lang="de-DE" sz="800" dirty="0" err="1"/>
              <a:t>Amidst</a:t>
            </a:r>
            <a:r>
              <a:rPr lang="de-DE" sz="800" dirty="0"/>
              <a:t> Climate Change. In: Res. J. Chem. Environ. 29 (1), S. 75. DOI: 10.25303/291rjce075084.</a:t>
            </a:r>
          </a:p>
          <a:p>
            <a:r>
              <a:rPr lang="de-DE" sz="800" dirty="0" err="1"/>
              <a:t>Santoso</a:t>
            </a:r>
            <a:r>
              <a:rPr lang="de-DE" sz="800" dirty="0"/>
              <a:t>, Erik </a:t>
            </a:r>
            <a:r>
              <a:rPr lang="de-DE" sz="800" dirty="0" err="1"/>
              <a:t>Setyo</a:t>
            </a:r>
            <a:r>
              <a:rPr lang="de-DE" sz="800" dirty="0"/>
              <a:t>; </a:t>
            </a:r>
            <a:r>
              <a:rPr lang="de-DE" sz="800" dirty="0" err="1"/>
              <a:t>Bisri</a:t>
            </a:r>
            <a:r>
              <a:rPr lang="de-DE" sz="800" dirty="0"/>
              <a:t>, Mohammad; </a:t>
            </a:r>
            <a:r>
              <a:rPr lang="de-DE" sz="800" dirty="0" err="1"/>
              <a:t>Khusaini</a:t>
            </a:r>
            <a:r>
              <a:rPr lang="de-DE" sz="800" dirty="0"/>
              <a:t>, Moh.; Ari, </a:t>
            </a:r>
            <a:r>
              <a:rPr lang="de-DE" sz="800" dirty="0" err="1"/>
              <a:t>Ismu</a:t>
            </a:r>
            <a:r>
              <a:rPr lang="de-DE" sz="800" dirty="0"/>
              <a:t> </a:t>
            </a:r>
            <a:r>
              <a:rPr lang="de-DE" sz="800" dirty="0" err="1"/>
              <a:t>Rini</a:t>
            </a:r>
            <a:r>
              <a:rPr lang="de-DE" sz="800" dirty="0"/>
              <a:t> </a:t>
            </a:r>
            <a:r>
              <a:rPr lang="de-DE" sz="800" dirty="0" err="1"/>
              <a:t>Dwi</a:t>
            </a:r>
            <a:r>
              <a:rPr lang="de-DE" sz="800" dirty="0"/>
              <a:t> (2026): SPATIAL MODELING OF URBAN GREEN SPACE IMPACTS ON HEAT ISLAND MITIGATION: INSIGHTS FROM TROPICAL HIGHLAND CITIES. In: Ver. Dir. 23 (8), e236279. DOI: 10.18623/rvd.v23.6279.</a:t>
            </a:r>
          </a:p>
          <a:p>
            <a:r>
              <a:rPr lang="de-DE" sz="800" dirty="0"/>
              <a:t>U.S Geological Survey (USGS) (2024): </a:t>
            </a:r>
            <a:r>
              <a:rPr lang="de-DE" sz="800" dirty="0" err="1"/>
              <a:t>Landsat</a:t>
            </a:r>
            <a:r>
              <a:rPr lang="de-DE" sz="800" dirty="0"/>
              <a:t> 8–9 Collection 2 Level-2 Science </a:t>
            </a:r>
            <a:r>
              <a:rPr lang="de-DE" sz="800" dirty="0" err="1"/>
              <a:t>Product</a:t>
            </a:r>
            <a:r>
              <a:rPr lang="de-DE" sz="800" dirty="0"/>
              <a:t> Guide.</a:t>
            </a:r>
          </a:p>
          <a:p>
            <a:r>
              <a:rPr lang="de-DE" sz="800" dirty="0"/>
              <a:t>Wiesbaden (2024a): Bevölkerung. Online verfügbar unter https://www.wiesbaden.de/leben-in-wiesbaden/stadtportraet/daten-fakten/jb-bevoelkerung, zuletzt geprüft am 20.07.2026.</a:t>
            </a:r>
          </a:p>
          <a:p>
            <a:r>
              <a:rPr lang="de-DE" sz="800" dirty="0"/>
              <a:t>Wiesbaden (2024b): Kommunale SDG-Bestandsaufnahme. Landeshauptstadt Wiesbaden.</a:t>
            </a:r>
          </a:p>
          <a:p>
            <a:r>
              <a:rPr lang="de-DE" sz="800" dirty="0"/>
              <a:t>Wiesbaden (2024c): Stadtgebiet und Fläche. Online verfügbar unter https://www.wiesbaden.de/leben-in-wiesbaden/stadtportraet/daten-fakten/jb_stadtgebiet, zuletzt geprüft am 20.07.2026.</a:t>
            </a:r>
          </a:p>
          <a:p>
            <a:r>
              <a:rPr lang="de-DE" sz="800" dirty="0" err="1"/>
              <a:t>Zeynali</a:t>
            </a:r>
            <a:r>
              <a:rPr lang="de-DE" sz="800" dirty="0"/>
              <a:t>, </a:t>
            </a:r>
            <a:r>
              <a:rPr lang="de-DE" sz="800" dirty="0" err="1"/>
              <a:t>Reyhaneh</a:t>
            </a:r>
            <a:r>
              <a:rPr lang="de-DE" sz="800" dirty="0"/>
              <a:t>; </a:t>
            </a:r>
            <a:r>
              <a:rPr lang="de-DE" sz="800" dirty="0" err="1"/>
              <a:t>Mandanici</a:t>
            </a:r>
            <a:r>
              <a:rPr lang="de-DE" sz="800" dirty="0"/>
              <a:t>, Emanuele; </a:t>
            </a:r>
            <a:r>
              <a:rPr lang="de-DE" sz="800" dirty="0" err="1"/>
              <a:t>Sohrabi</a:t>
            </a:r>
            <a:r>
              <a:rPr lang="de-DE" sz="800" dirty="0"/>
              <a:t>, Amir Hossein; </a:t>
            </a:r>
            <a:r>
              <a:rPr lang="de-DE" sz="800" dirty="0" err="1"/>
              <a:t>Trevisiol</a:t>
            </a:r>
            <a:r>
              <a:rPr lang="de-DE" sz="800" dirty="0"/>
              <a:t>, Francesca; </a:t>
            </a:r>
            <a:r>
              <a:rPr lang="de-DE" sz="800" dirty="0" err="1"/>
              <a:t>Bitelli</a:t>
            </a:r>
            <a:r>
              <a:rPr lang="de-DE" sz="800" dirty="0"/>
              <a:t>, Gabriele: GIS-</a:t>
            </a:r>
            <a:r>
              <a:rPr lang="de-DE" sz="800" dirty="0" err="1"/>
              <a:t>Based</a:t>
            </a:r>
            <a:r>
              <a:rPr lang="de-DE" sz="800" dirty="0"/>
              <a:t> Urban Heat Island Mapping and Analysis: </a:t>
            </a:r>
            <a:r>
              <a:rPr lang="de-DE" sz="800" dirty="0" err="1"/>
              <a:t>Experiences</a:t>
            </a:r>
            <a:r>
              <a:rPr lang="de-DE" sz="800" dirty="0"/>
              <a:t> in </a:t>
            </a:r>
            <a:r>
              <a:rPr lang="de-DE" sz="800" dirty="0" err="1"/>
              <a:t>the</a:t>
            </a:r>
            <a:r>
              <a:rPr lang="de-DE" sz="800" dirty="0"/>
              <a:t> City </a:t>
            </a:r>
            <a:r>
              <a:rPr lang="de-DE" sz="800" dirty="0" err="1"/>
              <a:t>of</a:t>
            </a:r>
            <a:r>
              <a:rPr lang="de-DE" sz="800" dirty="0"/>
              <a:t> Bologna, S. 230–234. DOI: 10.1109/MetroLivEnv60384.2024.10615416.</a:t>
            </a:r>
          </a:p>
          <a:p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650825716"/>
      </p:ext>
    </p:extLst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613</Words>
  <Application>Microsoft Office PowerPoint</Application>
  <PresentationFormat>Bildschirmpräsentation (4:3)</PresentationFormat>
  <Paragraphs>48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Calibri</vt:lpstr>
      <vt:lpstr>Calibri Light</vt:lpstr>
      <vt:lpstr>Rückblick</vt:lpstr>
      <vt:lpstr>Analyse der Hitzebelastung und Grünflächenerreichbarkeit in Wiesbadener Wohngebieten</vt:lpstr>
      <vt:lpstr>Gliederung</vt:lpstr>
      <vt:lpstr>Motivation &amp; Ziel</vt:lpstr>
      <vt:lpstr>Methodik</vt:lpstr>
      <vt:lpstr>Ergebnisse: LCZ und LST</vt:lpstr>
      <vt:lpstr>Ergebnisse: Vulnerabilität</vt:lpstr>
      <vt:lpstr>Fazit &amp; Ausblick</vt:lpstr>
      <vt:lpstr>Quellen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Leon Faller</cp:lastModifiedBy>
  <cp:revision>11</cp:revision>
  <dcterms:created xsi:type="dcterms:W3CDTF">2013-01-27T09:14:16Z</dcterms:created>
  <dcterms:modified xsi:type="dcterms:W3CDTF">2026-07-20T14:57:07Z</dcterms:modified>
  <cp:category/>
</cp:coreProperties>
</file>