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6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A460E2-7C19-4314-866C-4E509270C558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FA90D9D-B6A1-462E-B8A2-359922C3B81B}">
      <dgm:prSet/>
      <dgm:spPr/>
      <dgm:t>
        <a:bodyPr/>
        <a:lstStyle/>
        <a:p>
          <a:r>
            <a:rPr lang="en-US"/>
            <a:t>• Zunehmende Hitzebelastung</a:t>
          </a:r>
        </a:p>
      </dgm:t>
    </dgm:pt>
    <dgm:pt modelId="{CABC6C3C-BE20-4158-8C12-ECBA032B8A84}" type="parTrans" cxnId="{BD9A9DDF-FF9A-437C-AD85-D0229F3E3C2A}">
      <dgm:prSet/>
      <dgm:spPr/>
      <dgm:t>
        <a:bodyPr/>
        <a:lstStyle/>
        <a:p>
          <a:endParaRPr lang="en-US"/>
        </a:p>
      </dgm:t>
    </dgm:pt>
    <dgm:pt modelId="{1DA5A451-4818-4211-A855-360DD546F7E6}" type="sibTrans" cxnId="{BD9A9DDF-FF9A-437C-AD85-D0229F3E3C2A}">
      <dgm:prSet/>
      <dgm:spPr/>
      <dgm:t>
        <a:bodyPr/>
        <a:lstStyle/>
        <a:p>
          <a:endParaRPr lang="en-US"/>
        </a:p>
      </dgm:t>
    </dgm:pt>
    <dgm:pt modelId="{59F39D66-A500-4563-BFDA-C8319BE9DABD}">
      <dgm:prSet/>
      <dgm:spPr/>
      <dgm:t>
        <a:bodyPr/>
        <a:lstStyle/>
        <a:p>
          <a:r>
            <a:rPr lang="en-US"/>
            <a:t>• Kombination aus LCZ, LST und Grünflächen</a:t>
          </a:r>
        </a:p>
      </dgm:t>
    </dgm:pt>
    <dgm:pt modelId="{72594939-0EAC-47A2-B19B-01ACC0648821}" type="parTrans" cxnId="{F231CCAF-A463-41BA-9667-C21EEB62B4A8}">
      <dgm:prSet/>
      <dgm:spPr/>
      <dgm:t>
        <a:bodyPr/>
        <a:lstStyle/>
        <a:p>
          <a:endParaRPr lang="en-US"/>
        </a:p>
      </dgm:t>
    </dgm:pt>
    <dgm:pt modelId="{47662299-BBEC-4444-B3AE-B4C4BB457F57}" type="sibTrans" cxnId="{F231CCAF-A463-41BA-9667-C21EEB62B4A8}">
      <dgm:prSet/>
      <dgm:spPr/>
      <dgm:t>
        <a:bodyPr/>
        <a:lstStyle/>
        <a:p>
          <a:endParaRPr lang="en-US"/>
        </a:p>
      </dgm:t>
    </dgm:pt>
    <dgm:pt modelId="{86BD6E38-FC31-49F4-BE82-50FE57E18B5F}">
      <dgm:prSet/>
      <dgm:spPr/>
      <dgm:t>
        <a:bodyPr/>
        <a:lstStyle/>
        <a:p>
          <a:r>
            <a:rPr lang="en-US"/>
            <a:t>• Ziel: Identifikation vulnerabler Wohngebiete</a:t>
          </a:r>
        </a:p>
      </dgm:t>
    </dgm:pt>
    <dgm:pt modelId="{8BBAAE86-DE40-44EC-807C-07AC6B04658A}" type="parTrans" cxnId="{F425C528-36FC-446D-B699-99B91C44C6C1}">
      <dgm:prSet/>
      <dgm:spPr/>
      <dgm:t>
        <a:bodyPr/>
        <a:lstStyle/>
        <a:p>
          <a:endParaRPr lang="en-US"/>
        </a:p>
      </dgm:t>
    </dgm:pt>
    <dgm:pt modelId="{C003AAD8-1E53-4048-90F6-AED4CE544BF6}" type="sibTrans" cxnId="{F425C528-36FC-446D-B699-99B91C44C6C1}">
      <dgm:prSet/>
      <dgm:spPr/>
      <dgm:t>
        <a:bodyPr/>
        <a:lstStyle/>
        <a:p>
          <a:endParaRPr lang="en-US"/>
        </a:p>
      </dgm:t>
    </dgm:pt>
    <dgm:pt modelId="{6DEF5ED2-112D-4063-AF27-D21E477FEA6D}" type="pres">
      <dgm:prSet presAssocID="{FAA460E2-7C19-4314-866C-4E509270C558}" presName="vert0" presStyleCnt="0">
        <dgm:presLayoutVars>
          <dgm:dir/>
          <dgm:animOne val="branch"/>
          <dgm:animLvl val="lvl"/>
        </dgm:presLayoutVars>
      </dgm:prSet>
      <dgm:spPr/>
    </dgm:pt>
    <dgm:pt modelId="{F25000A2-A82C-4016-AA46-7CB2133699B6}" type="pres">
      <dgm:prSet presAssocID="{8FA90D9D-B6A1-462E-B8A2-359922C3B81B}" presName="thickLine" presStyleLbl="alignNode1" presStyleIdx="0" presStyleCnt="3"/>
      <dgm:spPr/>
    </dgm:pt>
    <dgm:pt modelId="{735AA4A9-1447-4C30-8C45-59F70F2C5044}" type="pres">
      <dgm:prSet presAssocID="{8FA90D9D-B6A1-462E-B8A2-359922C3B81B}" presName="horz1" presStyleCnt="0"/>
      <dgm:spPr/>
    </dgm:pt>
    <dgm:pt modelId="{E164F7EB-8D74-49BA-A05F-211CBC717AF5}" type="pres">
      <dgm:prSet presAssocID="{8FA90D9D-B6A1-462E-B8A2-359922C3B81B}" presName="tx1" presStyleLbl="revTx" presStyleIdx="0" presStyleCnt="3"/>
      <dgm:spPr/>
    </dgm:pt>
    <dgm:pt modelId="{E47F471F-5B40-4AC0-869A-0AD497070FF7}" type="pres">
      <dgm:prSet presAssocID="{8FA90D9D-B6A1-462E-B8A2-359922C3B81B}" presName="vert1" presStyleCnt="0"/>
      <dgm:spPr/>
    </dgm:pt>
    <dgm:pt modelId="{F2B0DC3B-369C-4596-B0BA-3CAAB58029B8}" type="pres">
      <dgm:prSet presAssocID="{59F39D66-A500-4563-BFDA-C8319BE9DABD}" presName="thickLine" presStyleLbl="alignNode1" presStyleIdx="1" presStyleCnt="3"/>
      <dgm:spPr/>
    </dgm:pt>
    <dgm:pt modelId="{7707E192-A4B5-45EC-A912-CE1883CA60DD}" type="pres">
      <dgm:prSet presAssocID="{59F39D66-A500-4563-BFDA-C8319BE9DABD}" presName="horz1" presStyleCnt="0"/>
      <dgm:spPr/>
    </dgm:pt>
    <dgm:pt modelId="{18D313B1-654B-4746-B9CD-7AE199C260BC}" type="pres">
      <dgm:prSet presAssocID="{59F39D66-A500-4563-BFDA-C8319BE9DABD}" presName="tx1" presStyleLbl="revTx" presStyleIdx="1" presStyleCnt="3"/>
      <dgm:spPr/>
    </dgm:pt>
    <dgm:pt modelId="{0EBB56AD-DAB1-49C3-A24B-772DEB747211}" type="pres">
      <dgm:prSet presAssocID="{59F39D66-A500-4563-BFDA-C8319BE9DABD}" presName="vert1" presStyleCnt="0"/>
      <dgm:spPr/>
    </dgm:pt>
    <dgm:pt modelId="{FB6AC70B-7368-46D3-ABC2-C43D4946E529}" type="pres">
      <dgm:prSet presAssocID="{86BD6E38-FC31-49F4-BE82-50FE57E18B5F}" presName="thickLine" presStyleLbl="alignNode1" presStyleIdx="2" presStyleCnt="3"/>
      <dgm:spPr/>
    </dgm:pt>
    <dgm:pt modelId="{5D2AE9E2-BE30-44E7-8672-1D38C3E12A81}" type="pres">
      <dgm:prSet presAssocID="{86BD6E38-FC31-49F4-BE82-50FE57E18B5F}" presName="horz1" presStyleCnt="0"/>
      <dgm:spPr/>
    </dgm:pt>
    <dgm:pt modelId="{84E88F92-3AAF-4B58-81EF-F0C2A7BD27CB}" type="pres">
      <dgm:prSet presAssocID="{86BD6E38-FC31-49F4-BE82-50FE57E18B5F}" presName="tx1" presStyleLbl="revTx" presStyleIdx="2" presStyleCnt="3"/>
      <dgm:spPr/>
    </dgm:pt>
    <dgm:pt modelId="{84016228-0B6F-4BF5-A444-9C9B2E7D80F2}" type="pres">
      <dgm:prSet presAssocID="{86BD6E38-FC31-49F4-BE82-50FE57E18B5F}" presName="vert1" presStyleCnt="0"/>
      <dgm:spPr/>
    </dgm:pt>
  </dgm:ptLst>
  <dgm:cxnLst>
    <dgm:cxn modelId="{ED03FE15-80CB-46F6-9371-1FFC5DB6B76A}" type="presOf" srcId="{86BD6E38-FC31-49F4-BE82-50FE57E18B5F}" destId="{84E88F92-3AAF-4B58-81EF-F0C2A7BD27CB}" srcOrd="0" destOrd="0" presId="urn:microsoft.com/office/officeart/2008/layout/LinedList"/>
    <dgm:cxn modelId="{22DD861F-E664-4174-A140-CC0EF76BA588}" type="presOf" srcId="{FAA460E2-7C19-4314-866C-4E509270C558}" destId="{6DEF5ED2-112D-4063-AF27-D21E477FEA6D}" srcOrd="0" destOrd="0" presId="urn:microsoft.com/office/officeart/2008/layout/LinedList"/>
    <dgm:cxn modelId="{F425C528-36FC-446D-B699-99B91C44C6C1}" srcId="{FAA460E2-7C19-4314-866C-4E509270C558}" destId="{86BD6E38-FC31-49F4-BE82-50FE57E18B5F}" srcOrd="2" destOrd="0" parTransId="{8BBAAE86-DE40-44EC-807C-07AC6B04658A}" sibTransId="{C003AAD8-1E53-4048-90F6-AED4CE544BF6}"/>
    <dgm:cxn modelId="{E6E1727E-F06D-4599-B64F-EA8848A420FD}" type="presOf" srcId="{8FA90D9D-B6A1-462E-B8A2-359922C3B81B}" destId="{E164F7EB-8D74-49BA-A05F-211CBC717AF5}" srcOrd="0" destOrd="0" presId="urn:microsoft.com/office/officeart/2008/layout/LinedList"/>
    <dgm:cxn modelId="{1E1651A0-D3D7-438B-AE68-9CDFC27D4ACF}" type="presOf" srcId="{59F39D66-A500-4563-BFDA-C8319BE9DABD}" destId="{18D313B1-654B-4746-B9CD-7AE199C260BC}" srcOrd="0" destOrd="0" presId="urn:microsoft.com/office/officeart/2008/layout/LinedList"/>
    <dgm:cxn modelId="{F231CCAF-A463-41BA-9667-C21EEB62B4A8}" srcId="{FAA460E2-7C19-4314-866C-4E509270C558}" destId="{59F39D66-A500-4563-BFDA-C8319BE9DABD}" srcOrd="1" destOrd="0" parTransId="{72594939-0EAC-47A2-B19B-01ACC0648821}" sibTransId="{47662299-BBEC-4444-B3AE-B4C4BB457F57}"/>
    <dgm:cxn modelId="{BD9A9DDF-FF9A-437C-AD85-D0229F3E3C2A}" srcId="{FAA460E2-7C19-4314-866C-4E509270C558}" destId="{8FA90D9D-B6A1-462E-B8A2-359922C3B81B}" srcOrd="0" destOrd="0" parTransId="{CABC6C3C-BE20-4158-8C12-ECBA032B8A84}" sibTransId="{1DA5A451-4818-4211-A855-360DD546F7E6}"/>
    <dgm:cxn modelId="{A96A9B6C-B2E7-4478-924C-ADBB7E40E313}" type="presParOf" srcId="{6DEF5ED2-112D-4063-AF27-D21E477FEA6D}" destId="{F25000A2-A82C-4016-AA46-7CB2133699B6}" srcOrd="0" destOrd="0" presId="urn:microsoft.com/office/officeart/2008/layout/LinedList"/>
    <dgm:cxn modelId="{6EDA037F-65A6-4892-AB55-6FDCBA7AD0C5}" type="presParOf" srcId="{6DEF5ED2-112D-4063-AF27-D21E477FEA6D}" destId="{735AA4A9-1447-4C30-8C45-59F70F2C5044}" srcOrd="1" destOrd="0" presId="urn:microsoft.com/office/officeart/2008/layout/LinedList"/>
    <dgm:cxn modelId="{CC617542-5270-4A37-9225-7DF4400116A6}" type="presParOf" srcId="{735AA4A9-1447-4C30-8C45-59F70F2C5044}" destId="{E164F7EB-8D74-49BA-A05F-211CBC717AF5}" srcOrd="0" destOrd="0" presId="urn:microsoft.com/office/officeart/2008/layout/LinedList"/>
    <dgm:cxn modelId="{211A11BB-1F38-437C-B89F-B5D8613EA6D1}" type="presParOf" srcId="{735AA4A9-1447-4C30-8C45-59F70F2C5044}" destId="{E47F471F-5B40-4AC0-869A-0AD497070FF7}" srcOrd="1" destOrd="0" presId="urn:microsoft.com/office/officeart/2008/layout/LinedList"/>
    <dgm:cxn modelId="{05293A51-7CB7-4EC0-85A9-73919BC82866}" type="presParOf" srcId="{6DEF5ED2-112D-4063-AF27-D21E477FEA6D}" destId="{F2B0DC3B-369C-4596-B0BA-3CAAB58029B8}" srcOrd="2" destOrd="0" presId="urn:microsoft.com/office/officeart/2008/layout/LinedList"/>
    <dgm:cxn modelId="{45A9743A-E541-4F50-9E69-1F0FFB8FC2E1}" type="presParOf" srcId="{6DEF5ED2-112D-4063-AF27-D21E477FEA6D}" destId="{7707E192-A4B5-45EC-A912-CE1883CA60DD}" srcOrd="3" destOrd="0" presId="urn:microsoft.com/office/officeart/2008/layout/LinedList"/>
    <dgm:cxn modelId="{D9E9A2CA-481E-4C56-A5D6-17CE1B9ECA98}" type="presParOf" srcId="{7707E192-A4B5-45EC-A912-CE1883CA60DD}" destId="{18D313B1-654B-4746-B9CD-7AE199C260BC}" srcOrd="0" destOrd="0" presId="urn:microsoft.com/office/officeart/2008/layout/LinedList"/>
    <dgm:cxn modelId="{A7931C41-6FF5-40C5-BD40-05CE72E3963F}" type="presParOf" srcId="{7707E192-A4B5-45EC-A912-CE1883CA60DD}" destId="{0EBB56AD-DAB1-49C3-A24B-772DEB747211}" srcOrd="1" destOrd="0" presId="urn:microsoft.com/office/officeart/2008/layout/LinedList"/>
    <dgm:cxn modelId="{8CD5EAB3-58E2-419A-86A7-02B3D62CBC4A}" type="presParOf" srcId="{6DEF5ED2-112D-4063-AF27-D21E477FEA6D}" destId="{FB6AC70B-7368-46D3-ABC2-C43D4946E529}" srcOrd="4" destOrd="0" presId="urn:microsoft.com/office/officeart/2008/layout/LinedList"/>
    <dgm:cxn modelId="{538D5DFF-917E-48A7-842F-49393C39E51B}" type="presParOf" srcId="{6DEF5ED2-112D-4063-AF27-D21E477FEA6D}" destId="{5D2AE9E2-BE30-44E7-8672-1D38C3E12A81}" srcOrd="5" destOrd="0" presId="urn:microsoft.com/office/officeart/2008/layout/LinedList"/>
    <dgm:cxn modelId="{B247C225-496B-4199-BB0B-542B4CEB3E29}" type="presParOf" srcId="{5D2AE9E2-BE30-44E7-8672-1D38C3E12A81}" destId="{84E88F92-3AAF-4B58-81EF-F0C2A7BD27CB}" srcOrd="0" destOrd="0" presId="urn:microsoft.com/office/officeart/2008/layout/LinedList"/>
    <dgm:cxn modelId="{D8454A75-2162-4EA7-85AC-95BF43C07120}" type="presParOf" srcId="{5D2AE9E2-BE30-44E7-8672-1D38C3E12A81}" destId="{84016228-0B6F-4BF5-A444-9C9B2E7D80F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AAD028-2EB0-4285-91BD-CCB60374F5E6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45E4DF3-3AC2-42B3-B4CC-A4F048F191A7}">
      <dgm:prSet/>
      <dgm:spPr/>
      <dgm:t>
        <a:bodyPr/>
        <a:lstStyle/>
        <a:p>
          <a:r>
            <a:rPr lang="en-US"/>
            <a:t>• LCZ Generator</a:t>
          </a:r>
        </a:p>
      </dgm:t>
    </dgm:pt>
    <dgm:pt modelId="{1A16E3D7-34D7-42E2-8730-11A672FA63C5}" type="parTrans" cxnId="{D34633A4-96EB-432A-916B-4014177DE4F3}">
      <dgm:prSet/>
      <dgm:spPr/>
      <dgm:t>
        <a:bodyPr/>
        <a:lstStyle/>
        <a:p>
          <a:endParaRPr lang="en-US"/>
        </a:p>
      </dgm:t>
    </dgm:pt>
    <dgm:pt modelId="{CD736915-9E31-45DA-937D-7215CF031A6F}" type="sibTrans" cxnId="{D34633A4-96EB-432A-916B-4014177DE4F3}">
      <dgm:prSet/>
      <dgm:spPr/>
      <dgm:t>
        <a:bodyPr/>
        <a:lstStyle/>
        <a:p>
          <a:endParaRPr lang="en-US"/>
        </a:p>
      </dgm:t>
    </dgm:pt>
    <dgm:pt modelId="{C2CECE74-1798-405C-AC39-DC9F2F56E515}">
      <dgm:prSet/>
      <dgm:spPr/>
      <dgm:t>
        <a:bodyPr/>
        <a:lstStyle/>
        <a:p>
          <a:r>
            <a:rPr lang="en-US"/>
            <a:t>• Landsat 9 Sommer 2025 (LST)</a:t>
          </a:r>
        </a:p>
      </dgm:t>
    </dgm:pt>
    <dgm:pt modelId="{DA5C1018-1018-4B52-804B-7F805C1D6A3F}" type="parTrans" cxnId="{F9AA532A-43C6-4E05-9A2A-22B8B6D022FE}">
      <dgm:prSet/>
      <dgm:spPr/>
      <dgm:t>
        <a:bodyPr/>
        <a:lstStyle/>
        <a:p>
          <a:endParaRPr lang="en-US"/>
        </a:p>
      </dgm:t>
    </dgm:pt>
    <dgm:pt modelId="{93ED8B7E-48C4-4D0D-85F0-E0ED412FFF91}" type="sibTrans" cxnId="{F9AA532A-43C6-4E05-9A2A-22B8B6D022FE}">
      <dgm:prSet/>
      <dgm:spPr/>
      <dgm:t>
        <a:bodyPr/>
        <a:lstStyle/>
        <a:p>
          <a:endParaRPr lang="en-US"/>
        </a:p>
      </dgm:t>
    </dgm:pt>
    <dgm:pt modelId="{602F4D54-744D-49E1-B0C9-B7986A98CB11}">
      <dgm:prSet/>
      <dgm:spPr/>
      <dgm:t>
        <a:bodyPr/>
        <a:lstStyle/>
        <a:p>
          <a:r>
            <a:rPr lang="en-US"/>
            <a:t>• Grünflächen aus LCZ A/B</a:t>
          </a:r>
        </a:p>
      </dgm:t>
    </dgm:pt>
    <dgm:pt modelId="{DB20D846-4BA4-4403-830C-FDB2DFED061E}" type="parTrans" cxnId="{FE0AC027-57E8-4FA0-8D39-C959D416573D}">
      <dgm:prSet/>
      <dgm:spPr/>
      <dgm:t>
        <a:bodyPr/>
        <a:lstStyle/>
        <a:p>
          <a:endParaRPr lang="en-US"/>
        </a:p>
      </dgm:t>
    </dgm:pt>
    <dgm:pt modelId="{4D145B11-0A5C-420B-85A6-3FF4A5AEFA9F}" type="sibTrans" cxnId="{FE0AC027-57E8-4FA0-8D39-C959D416573D}">
      <dgm:prSet/>
      <dgm:spPr/>
      <dgm:t>
        <a:bodyPr/>
        <a:lstStyle/>
        <a:p>
          <a:endParaRPr lang="en-US"/>
        </a:p>
      </dgm:t>
    </dgm:pt>
    <dgm:pt modelId="{845619C2-4F0D-4642-80D3-76F617FB5AC7}">
      <dgm:prSet/>
      <dgm:spPr/>
      <dgm:t>
        <a:bodyPr/>
        <a:lstStyle/>
        <a:p>
          <a:r>
            <a:rPr lang="en-US"/>
            <a:t>• Distanzanalyse (&lt;500 m)</a:t>
          </a:r>
        </a:p>
      </dgm:t>
    </dgm:pt>
    <dgm:pt modelId="{D7D0006A-C353-4115-96D2-D7E60CB3C807}" type="parTrans" cxnId="{A1484DDE-A20E-4560-A6FB-89F1AD19B7A1}">
      <dgm:prSet/>
      <dgm:spPr/>
      <dgm:t>
        <a:bodyPr/>
        <a:lstStyle/>
        <a:p>
          <a:endParaRPr lang="en-US"/>
        </a:p>
      </dgm:t>
    </dgm:pt>
    <dgm:pt modelId="{7BAC7AD2-A44D-4354-8530-45FA93D2EDA5}" type="sibTrans" cxnId="{A1484DDE-A20E-4560-A6FB-89F1AD19B7A1}">
      <dgm:prSet/>
      <dgm:spPr/>
      <dgm:t>
        <a:bodyPr/>
        <a:lstStyle/>
        <a:p>
          <a:endParaRPr lang="en-US"/>
        </a:p>
      </dgm:t>
    </dgm:pt>
    <dgm:pt modelId="{9E91E87F-FAFC-48EC-9C74-D4932C4EA768}">
      <dgm:prSet/>
      <dgm:spPr/>
      <dgm:t>
        <a:bodyPr/>
        <a:lstStyle/>
        <a:p>
          <a:r>
            <a:rPr lang="en-US"/>
            <a:t>• Vierstufige Vulnerabilitätsklassifikation</a:t>
          </a:r>
        </a:p>
      </dgm:t>
    </dgm:pt>
    <dgm:pt modelId="{92DD6752-5D69-45B8-88BE-8AC543E7AAE1}" type="parTrans" cxnId="{AE608183-B985-49A9-A765-C9CC3A3079C3}">
      <dgm:prSet/>
      <dgm:spPr/>
      <dgm:t>
        <a:bodyPr/>
        <a:lstStyle/>
        <a:p>
          <a:endParaRPr lang="en-US"/>
        </a:p>
      </dgm:t>
    </dgm:pt>
    <dgm:pt modelId="{BA7A948C-69A7-4621-B23A-ED8D880F1E7F}" type="sibTrans" cxnId="{AE608183-B985-49A9-A765-C9CC3A3079C3}">
      <dgm:prSet/>
      <dgm:spPr/>
      <dgm:t>
        <a:bodyPr/>
        <a:lstStyle/>
        <a:p>
          <a:endParaRPr lang="en-US"/>
        </a:p>
      </dgm:t>
    </dgm:pt>
    <dgm:pt modelId="{D4DA9269-3127-40AB-A737-C2E53ECB0BFC}" type="pres">
      <dgm:prSet presAssocID="{D4AAD028-2EB0-4285-91BD-CCB60374F5E6}" presName="outerComposite" presStyleCnt="0">
        <dgm:presLayoutVars>
          <dgm:chMax val="5"/>
          <dgm:dir/>
          <dgm:resizeHandles val="exact"/>
        </dgm:presLayoutVars>
      </dgm:prSet>
      <dgm:spPr/>
    </dgm:pt>
    <dgm:pt modelId="{D46100A6-1978-461F-8CB7-1BD00DEC8066}" type="pres">
      <dgm:prSet presAssocID="{D4AAD028-2EB0-4285-91BD-CCB60374F5E6}" presName="dummyMaxCanvas" presStyleCnt="0">
        <dgm:presLayoutVars/>
      </dgm:prSet>
      <dgm:spPr/>
    </dgm:pt>
    <dgm:pt modelId="{3DD5801C-A30B-45A5-933D-1CC8F7D8B8A8}" type="pres">
      <dgm:prSet presAssocID="{D4AAD028-2EB0-4285-91BD-CCB60374F5E6}" presName="FiveNodes_1" presStyleLbl="node1" presStyleIdx="0" presStyleCnt="5">
        <dgm:presLayoutVars>
          <dgm:bulletEnabled val="1"/>
        </dgm:presLayoutVars>
      </dgm:prSet>
      <dgm:spPr/>
    </dgm:pt>
    <dgm:pt modelId="{40552D4C-97C6-4ACA-A5F1-866CF885DA71}" type="pres">
      <dgm:prSet presAssocID="{D4AAD028-2EB0-4285-91BD-CCB60374F5E6}" presName="FiveNodes_2" presStyleLbl="node1" presStyleIdx="1" presStyleCnt="5">
        <dgm:presLayoutVars>
          <dgm:bulletEnabled val="1"/>
        </dgm:presLayoutVars>
      </dgm:prSet>
      <dgm:spPr/>
    </dgm:pt>
    <dgm:pt modelId="{1E72AC97-0A84-478A-94E1-00C8C26D5CE4}" type="pres">
      <dgm:prSet presAssocID="{D4AAD028-2EB0-4285-91BD-CCB60374F5E6}" presName="FiveNodes_3" presStyleLbl="node1" presStyleIdx="2" presStyleCnt="5">
        <dgm:presLayoutVars>
          <dgm:bulletEnabled val="1"/>
        </dgm:presLayoutVars>
      </dgm:prSet>
      <dgm:spPr/>
    </dgm:pt>
    <dgm:pt modelId="{8CBAD87E-9213-4734-9648-B33D80A98CF3}" type="pres">
      <dgm:prSet presAssocID="{D4AAD028-2EB0-4285-91BD-CCB60374F5E6}" presName="FiveNodes_4" presStyleLbl="node1" presStyleIdx="3" presStyleCnt="5">
        <dgm:presLayoutVars>
          <dgm:bulletEnabled val="1"/>
        </dgm:presLayoutVars>
      </dgm:prSet>
      <dgm:spPr/>
    </dgm:pt>
    <dgm:pt modelId="{79141499-63E9-4FAD-A86A-57C9C9E7554C}" type="pres">
      <dgm:prSet presAssocID="{D4AAD028-2EB0-4285-91BD-CCB60374F5E6}" presName="FiveNodes_5" presStyleLbl="node1" presStyleIdx="4" presStyleCnt="5">
        <dgm:presLayoutVars>
          <dgm:bulletEnabled val="1"/>
        </dgm:presLayoutVars>
      </dgm:prSet>
      <dgm:spPr/>
    </dgm:pt>
    <dgm:pt modelId="{CD406CA7-EFD9-49AB-8AB4-DBCB3EBFAF89}" type="pres">
      <dgm:prSet presAssocID="{D4AAD028-2EB0-4285-91BD-CCB60374F5E6}" presName="FiveConn_1-2" presStyleLbl="fgAccFollowNode1" presStyleIdx="0" presStyleCnt="4">
        <dgm:presLayoutVars>
          <dgm:bulletEnabled val="1"/>
        </dgm:presLayoutVars>
      </dgm:prSet>
      <dgm:spPr/>
    </dgm:pt>
    <dgm:pt modelId="{09FAE6C6-ABA8-4E4E-AFB5-4EE8C27463AB}" type="pres">
      <dgm:prSet presAssocID="{D4AAD028-2EB0-4285-91BD-CCB60374F5E6}" presName="FiveConn_2-3" presStyleLbl="fgAccFollowNode1" presStyleIdx="1" presStyleCnt="4">
        <dgm:presLayoutVars>
          <dgm:bulletEnabled val="1"/>
        </dgm:presLayoutVars>
      </dgm:prSet>
      <dgm:spPr/>
    </dgm:pt>
    <dgm:pt modelId="{516BDB24-4D43-4DEC-9780-19B2445B8939}" type="pres">
      <dgm:prSet presAssocID="{D4AAD028-2EB0-4285-91BD-CCB60374F5E6}" presName="FiveConn_3-4" presStyleLbl="fgAccFollowNode1" presStyleIdx="2" presStyleCnt="4">
        <dgm:presLayoutVars>
          <dgm:bulletEnabled val="1"/>
        </dgm:presLayoutVars>
      </dgm:prSet>
      <dgm:spPr/>
    </dgm:pt>
    <dgm:pt modelId="{7FCA575B-DE6B-4E5B-950B-6D04D9E9C91B}" type="pres">
      <dgm:prSet presAssocID="{D4AAD028-2EB0-4285-91BD-CCB60374F5E6}" presName="FiveConn_4-5" presStyleLbl="fgAccFollowNode1" presStyleIdx="3" presStyleCnt="4">
        <dgm:presLayoutVars>
          <dgm:bulletEnabled val="1"/>
        </dgm:presLayoutVars>
      </dgm:prSet>
      <dgm:spPr/>
    </dgm:pt>
    <dgm:pt modelId="{8923C707-0298-4A4F-ADC4-6F7AE19B5A17}" type="pres">
      <dgm:prSet presAssocID="{D4AAD028-2EB0-4285-91BD-CCB60374F5E6}" presName="FiveNodes_1_text" presStyleLbl="node1" presStyleIdx="4" presStyleCnt="5">
        <dgm:presLayoutVars>
          <dgm:bulletEnabled val="1"/>
        </dgm:presLayoutVars>
      </dgm:prSet>
      <dgm:spPr/>
    </dgm:pt>
    <dgm:pt modelId="{2C91C8E2-A27E-4732-9A76-4A608B21E7EF}" type="pres">
      <dgm:prSet presAssocID="{D4AAD028-2EB0-4285-91BD-CCB60374F5E6}" presName="FiveNodes_2_text" presStyleLbl="node1" presStyleIdx="4" presStyleCnt="5">
        <dgm:presLayoutVars>
          <dgm:bulletEnabled val="1"/>
        </dgm:presLayoutVars>
      </dgm:prSet>
      <dgm:spPr/>
    </dgm:pt>
    <dgm:pt modelId="{E195DBF2-4E42-4DCA-AC38-C76DDADB18D0}" type="pres">
      <dgm:prSet presAssocID="{D4AAD028-2EB0-4285-91BD-CCB60374F5E6}" presName="FiveNodes_3_text" presStyleLbl="node1" presStyleIdx="4" presStyleCnt="5">
        <dgm:presLayoutVars>
          <dgm:bulletEnabled val="1"/>
        </dgm:presLayoutVars>
      </dgm:prSet>
      <dgm:spPr/>
    </dgm:pt>
    <dgm:pt modelId="{590CD747-EB02-41F1-A0DE-2886AB3FCB35}" type="pres">
      <dgm:prSet presAssocID="{D4AAD028-2EB0-4285-91BD-CCB60374F5E6}" presName="FiveNodes_4_text" presStyleLbl="node1" presStyleIdx="4" presStyleCnt="5">
        <dgm:presLayoutVars>
          <dgm:bulletEnabled val="1"/>
        </dgm:presLayoutVars>
      </dgm:prSet>
      <dgm:spPr/>
    </dgm:pt>
    <dgm:pt modelId="{098399C0-5871-4395-A768-7FD50AB5EDCB}" type="pres">
      <dgm:prSet presAssocID="{D4AAD028-2EB0-4285-91BD-CCB60374F5E6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AE1E1E0A-68AC-498B-AAFA-5FEED602B4F9}" type="presOf" srcId="{845619C2-4F0D-4642-80D3-76F617FB5AC7}" destId="{590CD747-EB02-41F1-A0DE-2886AB3FCB35}" srcOrd="1" destOrd="0" presId="urn:microsoft.com/office/officeart/2005/8/layout/vProcess5"/>
    <dgm:cxn modelId="{03F82911-7EB9-475D-870F-39DC229B7C7C}" type="presOf" srcId="{C2CECE74-1798-405C-AC39-DC9F2F56E515}" destId="{40552D4C-97C6-4ACA-A5F1-866CF885DA71}" srcOrd="0" destOrd="0" presId="urn:microsoft.com/office/officeart/2005/8/layout/vProcess5"/>
    <dgm:cxn modelId="{1F197612-6358-4CBC-946D-041FCC86DEFC}" type="presOf" srcId="{4D145B11-0A5C-420B-85A6-3FF4A5AEFA9F}" destId="{516BDB24-4D43-4DEC-9780-19B2445B8939}" srcOrd="0" destOrd="0" presId="urn:microsoft.com/office/officeart/2005/8/layout/vProcess5"/>
    <dgm:cxn modelId="{FE0AC027-57E8-4FA0-8D39-C959D416573D}" srcId="{D4AAD028-2EB0-4285-91BD-CCB60374F5E6}" destId="{602F4D54-744D-49E1-B0C9-B7986A98CB11}" srcOrd="2" destOrd="0" parTransId="{DB20D846-4BA4-4403-830C-FDB2DFED061E}" sibTransId="{4D145B11-0A5C-420B-85A6-3FF4A5AEFA9F}"/>
    <dgm:cxn modelId="{3B2CF727-C416-4E39-B9EA-865AED6F611F}" type="presOf" srcId="{7BAC7AD2-A44D-4354-8530-45FA93D2EDA5}" destId="{7FCA575B-DE6B-4E5B-950B-6D04D9E9C91B}" srcOrd="0" destOrd="0" presId="urn:microsoft.com/office/officeart/2005/8/layout/vProcess5"/>
    <dgm:cxn modelId="{58443C29-C2CB-4612-905E-737859A492EC}" type="presOf" srcId="{C2CECE74-1798-405C-AC39-DC9F2F56E515}" destId="{2C91C8E2-A27E-4732-9A76-4A608B21E7EF}" srcOrd="1" destOrd="0" presId="urn:microsoft.com/office/officeart/2005/8/layout/vProcess5"/>
    <dgm:cxn modelId="{2E6D302A-0358-48DA-93AA-3FF058BAFC3C}" type="presOf" srcId="{602F4D54-744D-49E1-B0C9-B7986A98CB11}" destId="{E195DBF2-4E42-4DCA-AC38-C76DDADB18D0}" srcOrd="1" destOrd="0" presId="urn:microsoft.com/office/officeart/2005/8/layout/vProcess5"/>
    <dgm:cxn modelId="{F9AA532A-43C6-4E05-9A2A-22B8B6D022FE}" srcId="{D4AAD028-2EB0-4285-91BD-CCB60374F5E6}" destId="{C2CECE74-1798-405C-AC39-DC9F2F56E515}" srcOrd="1" destOrd="0" parTransId="{DA5C1018-1018-4B52-804B-7F805C1D6A3F}" sibTransId="{93ED8B7E-48C4-4D0D-85F0-E0ED412FFF91}"/>
    <dgm:cxn modelId="{A64B4B5B-6F2C-4D11-8C6F-D46CEF545474}" type="presOf" srcId="{245E4DF3-3AC2-42B3-B4CC-A4F048F191A7}" destId="{8923C707-0298-4A4F-ADC4-6F7AE19B5A17}" srcOrd="1" destOrd="0" presId="urn:microsoft.com/office/officeart/2005/8/layout/vProcess5"/>
    <dgm:cxn modelId="{CC32305F-0A56-45D4-9C34-A2DAE7E3037C}" type="presOf" srcId="{245E4DF3-3AC2-42B3-B4CC-A4F048F191A7}" destId="{3DD5801C-A30B-45A5-933D-1CC8F7D8B8A8}" srcOrd="0" destOrd="0" presId="urn:microsoft.com/office/officeart/2005/8/layout/vProcess5"/>
    <dgm:cxn modelId="{8D779471-6B40-45D0-94D8-8D1955ED2FC0}" type="presOf" srcId="{9E91E87F-FAFC-48EC-9C74-D4932C4EA768}" destId="{79141499-63E9-4FAD-A86A-57C9C9E7554C}" srcOrd="0" destOrd="0" presId="urn:microsoft.com/office/officeart/2005/8/layout/vProcess5"/>
    <dgm:cxn modelId="{5893F576-F180-468B-819A-E4AF39AE87FE}" type="presOf" srcId="{93ED8B7E-48C4-4D0D-85F0-E0ED412FFF91}" destId="{09FAE6C6-ABA8-4E4E-AFB5-4EE8C27463AB}" srcOrd="0" destOrd="0" presId="urn:microsoft.com/office/officeart/2005/8/layout/vProcess5"/>
    <dgm:cxn modelId="{AE608183-B985-49A9-A765-C9CC3A3079C3}" srcId="{D4AAD028-2EB0-4285-91BD-CCB60374F5E6}" destId="{9E91E87F-FAFC-48EC-9C74-D4932C4EA768}" srcOrd="4" destOrd="0" parTransId="{92DD6752-5D69-45B8-88BE-8AC543E7AAE1}" sibTransId="{BA7A948C-69A7-4621-B23A-ED8D880F1E7F}"/>
    <dgm:cxn modelId="{D34633A4-96EB-432A-916B-4014177DE4F3}" srcId="{D4AAD028-2EB0-4285-91BD-CCB60374F5E6}" destId="{245E4DF3-3AC2-42B3-B4CC-A4F048F191A7}" srcOrd="0" destOrd="0" parTransId="{1A16E3D7-34D7-42E2-8730-11A672FA63C5}" sibTransId="{CD736915-9E31-45DA-937D-7215CF031A6F}"/>
    <dgm:cxn modelId="{4E29CABE-FD2C-436E-8717-5299F4954121}" type="presOf" srcId="{602F4D54-744D-49E1-B0C9-B7986A98CB11}" destId="{1E72AC97-0A84-478A-94E1-00C8C26D5CE4}" srcOrd="0" destOrd="0" presId="urn:microsoft.com/office/officeart/2005/8/layout/vProcess5"/>
    <dgm:cxn modelId="{1E0B17C9-A5F2-460B-962B-605FDCB9C3C2}" type="presOf" srcId="{845619C2-4F0D-4642-80D3-76F617FB5AC7}" destId="{8CBAD87E-9213-4734-9648-B33D80A98CF3}" srcOrd="0" destOrd="0" presId="urn:microsoft.com/office/officeart/2005/8/layout/vProcess5"/>
    <dgm:cxn modelId="{886134CF-4C51-4765-B683-A7FFA242678C}" type="presOf" srcId="{D4AAD028-2EB0-4285-91BD-CCB60374F5E6}" destId="{D4DA9269-3127-40AB-A737-C2E53ECB0BFC}" srcOrd="0" destOrd="0" presId="urn:microsoft.com/office/officeart/2005/8/layout/vProcess5"/>
    <dgm:cxn modelId="{A1484DDE-A20E-4560-A6FB-89F1AD19B7A1}" srcId="{D4AAD028-2EB0-4285-91BD-CCB60374F5E6}" destId="{845619C2-4F0D-4642-80D3-76F617FB5AC7}" srcOrd="3" destOrd="0" parTransId="{D7D0006A-C353-4115-96D2-D7E60CB3C807}" sibTransId="{7BAC7AD2-A44D-4354-8530-45FA93D2EDA5}"/>
    <dgm:cxn modelId="{4685A9E9-4155-4F24-B0FC-B2F8116ED516}" type="presOf" srcId="{9E91E87F-FAFC-48EC-9C74-D4932C4EA768}" destId="{098399C0-5871-4395-A768-7FD50AB5EDCB}" srcOrd="1" destOrd="0" presId="urn:microsoft.com/office/officeart/2005/8/layout/vProcess5"/>
    <dgm:cxn modelId="{25899FEA-CACD-456A-B7C5-FBD4BF30F4DD}" type="presOf" srcId="{CD736915-9E31-45DA-937D-7215CF031A6F}" destId="{CD406CA7-EFD9-49AB-8AB4-DBCB3EBFAF89}" srcOrd="0" destOrd="0" presId="urn:microsoft.com/office/officeart/2005/8/layout/vProcess5"/>
    <dgm:cxn modelId="{5AC4046F-D2DC-4DF0-B443-279FC9C3DAE7}" type="presParOf" srcId="{D4DA9269-3127-40AB-A737-C2E53ECB0BFC}" destId="{D46100A6-1978-461F-8CB7-1BD00DEC8066}" srcOrd="0" destOrd="0" presId="urn:microsoft.com/office/officeart/2005/8/layout/vProcess5"/>
    <dgm:cxn modelId="{594B8867-7B17-452C-A05C-B4BE1324A4CD}" type="presParOf" srcId="{D4DA9269-3127-40AB-A737-C2E53ECB0BFC}" destId="{3DD5801C-A30B-45A5-933D-1CC8F7D8B8A8}" srcOrd="1" destOrd="0" presId="urn:microsoft.com/office/officeart/2005/8/layout/vProcess5"/>
    <dgm:cxn modelId="{EA5679A5-6215-489C-9B2D-1B907FA14336}" type="presParOf" srcId="{D4DA9269-3127-40AB-A737-C2E53ECB0BFC}" destId="{40552D4C-97C6-4ACA-A5F1-866CF885DA71}" srcOrd="2" destOrd="0" presId="urn:microsoft.com/office/officeart/2005/8/layout/vProcess5"/>
    <dgm:cxn modelId="{19ACD896-3722-437D-80CC-AE76E0779873}" type="presParOf" srcId="{D4DA9269-3127-40AB-A737-C2E53ECB0BFC}" destId="{1E72AC97-0A84-478A-94E1-00C8C26D5CE4}" srcOrd="3" destOrd="0" presId="urn:microsoft.com/office/officeart/2005/8/layout/vProcess5"/>
    <dgm:cxn modelId="{326DE886-62ED-453D-B173-9CA5AC011B36}" type="presParOf" srcId="{D4DA9269-3127-40AB-A737-C2E53ECB0BFC}" destId="{8CBAD87E-9213-4734-9648-B33D80A98CF3}" srcOrd="4" destOrd="0" presId="urn:microsoft.com/office/officeart/2005/8/layout/vProcess5"/>
    <dgm:cxn modelId="{F2F26346-8A7F-48E8-8653-8D8BCC9F5EA3}" type="presParOf" srcId="{D4DA9269-3127-40AB-A737-C2E53ECB0BFC}" destId="{79141499-63E9-4FAD-A86A-57C9C9E7554C}" srcOrd="5" destOrd="0" presId="urn:microsoft.com/office/officeart/2005/8/layout/vProcess5"/>
    <dgm:cxn modelId="{FAE1D758-3440-4192-9614-62D1EDE300C5}" type="presParOf" srcId="{D4DA9269-3127-40AB-A737-C2E53ECB0BFC}" destId="{CD406CA7-EFD9-49AB-8AB4-DBCB3EBFAF89}" srcOrd="6" destOrd="0" presId="urn:microsoft.com/office/officeart/2005/8/layout/vProcess5"/>
    <dgm:cxn modelId="{A8DB88DD-4E22-41E6-BC65-B86128BDA632}" type="presParOf" srcId="{D4DA9269-3127-40AB-A737-C2E53ECB0BFC}" destId="{09FAE6C6-ABA8-4E4E-AFB5-4EE8C27463AB}" srcOrd="7" destOrd="0" presId="urn:microsoft.com/office/officeart/2005/8/layout/vProcess5"/>
    <dgm:cxn modelId="{0EE6737F-6607-4432-B958-537B5927BE1B}" type="presParOf" srcId="{D4DA9269-3127-40AB-A737-C2E53ECB0BFC}" destId="{516BDB24-4D43-4DEC-9780-19B2445B8939}" srcOrd="8" destOrd="0" presId="urn:microsoft.com/office/officeart/2005/8/layout/vProcess5"/>
    <dgm:cxn modelId="{9817A417-B4CD-4697-8EDF-836008258627}" type="presParOf" srcId="{D4DA9269-3127-40AB-A737-C2E53ECB0BFC}" destId="{7FCA575B-DE6B-4E5B-950B-6D04D9E9C91B}" srcOrd="9" destOrd="0" presId="urn:microsoft.com/office/officeart/2005/8/layout/vProcess5"/>
    <dgm:cxn modelId="{B00831C6-689A-4926-A36F-6FBC74849469}" type="presParOf" srcId="{D4DA9269-3127-40AB-A737-C2E53ECB0BFC}" destId="{8923C707-0298-4A4F-ADC4-6F7AE19B5A17}" srcOrd="10" destOrd="0" presId="urn:microsoft.com/office/officeart/2005/8/layout/vProcess5"/>
    <dgm:cxn modelId="{599EF781-4A42-4BEE-8C10-8BF2D85738F9}" type="presParOf" srcId="{D4DA9269-3127-40AB-A737-C2E53ECB0BFC}" destId="{2C91C8E2-A27E-4732-9A76-4A608B21E7EF}" srcOrd="11" destOrd="0" presId="urn:microsoft.com/office/officeart/2005/8/layout/vProcess5"/>
    <dgm:cxn modelId="{E0652EF0-62C7-47A9-94E9-53F6312882A5}" type="presParOf" srcId="{D4DA9269-3127-40AB-A737-C2E53ECB0BFC}" destId="{E195DBF2-4E42-4DCA-AC38-C76DDADB18D0}" srcOrd="12" destOrd="0" presId="urn:microsoft.com/office/officeart/2005/8/layout/vProcess5"/>
    <dgm:cxn modelId="{16BF0FD3-D207-49DE-967C-4ABA7CC5F7FE}" type="presParOf" srcId="{D4DA9269-3127-40AB-A737-C2E53ECB0BFC}" destId="{590CD747-EB02-41F1-A0DE-2886AB3FCB35}" srcOrd="13" destOrd="0" presId="urn:microsoft.com/office/officeart/2005/8/layout/vProcess5"/>
    <dgm:cxn modelId="{834A314B-2BAA-4B7C-8CFF-5FBA3A4DC7BC}" type="presParOf" srcId="{D4DA9269-3127-40AB-A737-C2E53ECB0BFC}" destId="{098399C0-5871-4395-A768-7FD50AB5EDCB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DA9E6AF-4DCB-434C-9267-CCD55CAD5CD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BBD77DE-A8CA-4560-AAAF-B26D4F5C8C37}">
      <dgm:prSet/>
      <dgm:spPr/>
      <dgm:t>
        <a:bodyPr/>
        <a:lstStyle/>
        <a:p>
          <a:r>
            <a:rPr lang="en-US"/>
            <a:t>• Dichte Bebauung erhöht Wärmebelastung</a:t>
          </a:r>
        </a:p>
      </dgm:t>
    </dgm:pt>
    <dgm:pt modelId="{443E50B6-7645-4FAA-AC9F-E5E080D32969}" type="parTrans" cxnId="{4E297D25-5F8E-43C8-B56A-F16D79F0EBAC}">
      <dgm:prSet/>
      <dgm:spPr/>
      <dgm:t>
        <a:bodyPr/>
        <a:lstStyle/>
        <a:p>
          <a:endParaRPr lang="en-US"/>
        </a:p>
      </dgm:t>
    </dgm:pt>
    <dgm:pt modelId="{11CE5C93-E905-425F-A5C8-496575E29313}" type="sibTrans" cxnId="{4E297D25-5F8E-43C8-B56A-F16D79F0EBAC}">
      <dgm:prSet/>
      <dgm:spPr/>
      <dgm:t>
        <a:bodyPr/>
        <a:lstStyle/>
        <a:p>
          <a:endParaRPr lang="en-US"/>
        </a:p>
      </dgm:t>
    </dgm:pt>
    <dgm:pt modelId="{9ED6D6E8-F320-4967-AC0A-519E7EFDF464}">
      <dgm:prSet/>
      <dgm:spPr/>
      <dgm:t>
        <a:bodyPr/>
        <a:lstStyle/>
        <a:p>
          <a:r>
            <a:rPr lang="en-US" dirty="0"/>
            <a:t>• Gute </a:t>
          </a:r>
          <a:r>
            <a:rPr lang="en-US" dirty="0" err="1"/>
            <a:t>Grünflächenerreichbarkeit</a:t>
          </a:r>
          <a:r>
            <a:rPr lang="en-US" dirty="0"/>
            <a:t> für 89 %</a:t>
          </a:r>
        </a:p>
      </dgm:t>
    </dgm:pt>
    <dgm:pt modelId="{85A5CB40-C681-4025-8681-15D2B0ABBA91}" type="parTrans" cxnId="{EB62A73B-8299-4CF8-A422-D5F910F76AB3}">
      <dgm:prSet/>
      <dgm:spPr/>
      <dgm:t>
        <a:bodyPr/>
        <a:lstStyle/>
        <a:p>
          <a:endParaRPr lang="en-US"/>
        </a:p>
      </dgm:t>
    </dgm:pt>
    <dgm:pt modelId="{BF347417-0836-4BF5-85A8-600FE83BE314}" type="sibTrans" cxnId="{EB62A73B-8299-4CF8-A422-D5F910F76AB3}">
      <dgm:prSet/>
      <dgm:spPr/>
      <dgm:t>
        <a:bodyPr/>
        <a:lstStyle/>
        <a:p>
          <a:endParaRPr lang="en-US"/>
        </a:p>
      </dgm:t>
    </dgm:pt>
    <dgm:pt modelId="{94BE5605-B2EE-4FC6-902C-DA17CD0E70E3}">
      <dgm:prSet/>
      <dgm:spPr/>
      <dgm:t>
        <a:bodyPr/>
        <a:lstStyle/>
        <a:p>
          <a:r>
            <a:rPr lang="en-US"/>
            <a:t>• Grenzen: LST, Luftlinie, 100-m-Auflösung</a:t>
          </a:r>
        </a:p>
      </dgm:t>
    </dgm:pt>
    <dgm:pt modelId="{103BE226-910D-4E47-B867-61CFBDDF91BC}" type="parTrans" cxnId="{58AF9720-9566-4A3D-9392-B7CC17E82334}">
      <dgm:prSet/>
      <dgm:spPr/>
      <dgm:t>
        <a:bodyPr/>
        <a:lstStyle/>
        <a:p>
          <a:endParaRPr lang="en-US"/>
        </a:p>
      </dgm:t>
    </dgm:pt>
    <dgm:pt modelId="{405AFDD3-704B-4EA6-9F49-1806198E8C7B}" type="sibTrans" cxnId="{58AF9720-9566-4A3D-9392-B7CC17E82334}">
      <dgm:prSet/>
      <dgm:spPr/>
      <dgm:t>
        <a:bodyPr/>
        <a:lstStyle/>
        <a:p>
          <a:endParaRPr lang="en-US"/>
        </a:p>
      </dgm:t>
    </dgm:pt>
    <dgm:pt modelId="{534F27CC-8B9E-4581-A471-1653D54687E0}" type="pres">
      <dgm:prSet presAssocID="{1DA9E6AF-4DCB-434C-9267-CCD55CAD5CD1}" presName="root" presStyleCnt="0">
        <dgm:presLayoutVars>
          <dgm:dir/>
          <dgm:resizeHandles val="exact"/>
        </dgm:presLayoutVars>
      </dgm:prSet>
      <dgm:spPr/>
    </dgm:pt>
    <dgm:pt modelId="{30EBFF07-AF85-4E4E-B772-CB52590BED4D}" type="pres">
      <dgm:prSet presAssocID="{3BBD77DE-A8CA-4560-AAAF-B26D4F5C8C37}" presName="compNode" presStyleCnt="0"/>
      <dgm:spPr/>
    </dgm:pt>
    <dgm:pt modelId="{0BE7EBF3-74FE-4312-9B4D-02F8F38FAF24}" type="pres">
      <dgm:prSet presAssocID="{3BBD77DE-A8CA-4560-AAAF-B26D4F5C8C37}" presName="bgRect" presStyleLbl="bgShp" presStyleIdx="0" presStyleCnt="3"/>
      <dgm:spPr/>
    </dgm:pt>
    <dgm:pt modelId="{D1713BB6-E101-4F8F-A15B-13D8B742BDD2}" type="pres">
      <dgm:prSet presAssocID="{3BBD77DE-A8CA-4560-AAAF-B26D4F5C8C3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E792508B-7EED-4705-8494-49810DD1763C}" type="pres">
      <dgm:prSet presAssocID="{3BBD77DE-A8CA-4560-AAAF-B26D4F5C8C37}" presName="spaceRect" presStyleCnt="0"/>
      <dgm:spPr/>
    </dgm:pt>
    <dgm:pt modelId="{A2C2E98F-9756-4FED-8228-32B4E2C7251E}" type="pres">
      <dgm:prSet presAssocID="{3BBD77DE-A8CA-4560-AAAF-B26D4F5C8C37}" presName="parTx" presStyleLbl="revTx" presStyleIdx="0" presStyleCnt="3">
        <dgm:presLayoutVars>
          <dgm:chMax val="0"/>
          <dgm:chPref val="0"/>
        </dgm:presLayoutVars>
      </dgm:prSet>
      <dgm:spPr/>
    </dgm:pt>
    <dgm:pt modelId="{230CB52B-BCEB-468E-819F-0DC8B39E2C7F}" type="pres">
      <dgm:prSet presAssocID="{11CE5C93-E905-425F-A5C8-496575E29313}" presName="sibTrans" presStyleCnt="0"/>
      <dgm:spPr/>
    </dgm:pt>
    <dgm:pt modelId="{8B61C383-30B0-41FB-8245-AB6176AA6603}" type="pres">
      <dgm:prSet presAssocID="{9ED6D6E8-F320-4967-AC0A-519E7EFDF464}" presName="compNode" presStyleCnt="0"/>
      <dgm:spPr/>
    </dgm:pt>
    <dgm:pt modelId="{84733FB3-AB22-4E06-9957-59390B979B86}" type="pres">
      <dgm:prSet presAssocID="{9ED6D6E8-F320-4967-AC0A-519E7EFDF464}" presName="bgRect" presStyleLbl="bgShp" presStyleIdx="1" presStyleCnt="3"/>
      <dgm:spPr/>
    </dgm:pt>
    <dgm:pt modelId="{5188D530-C124-47AA-9F48-BE4DC5677116}" type="pres">
      <dgm:prSet presAssocID="{9ED6D6E8-F320-4967-AC0A-519E7EFDF46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tilator"/>
        </a:ext>
      </dgm:extLst>
    </dgm:pt>
    <dgm:pt modelId="{E144B4E2-0A12-48F7-A092-AA39A0839B93}" type="pres">
      <dgm:prSet presAssocID="{9ED6D6E8-F320-4967-AC0A-519E7EFDF464}" presName="spaceRect" presStyleCnt="0"/>
      <dgm:spPr/>
    </dgm:pt>
    <dgm:pt modelId="{B79D2F77-D83C-4B2A-8B06-9C082323FFC8}" type="pres">
      <dgm:prSet presAssocID="{9ED6D6E8-F320-4967-AC0A-519E7EFDF464}" presName="parTx" presStyleLbl="revTx" presStyleIdx="1" presStyleCnt="3">
        <dgm:presLayoutVars>
          <dgm:chMax val="0"/>
          <dgm:chPref val="0"/>
        </dgm:presLayoutVars>
      </dgm:prSet>
      <dgm:spPr/>
    </dgm:pt>
    <dgm:pt modelId="{AEEB4F5D-C90B-4711-A733-BB192ABC75D6}" type="pres">
      <dgm:prSet presAssocID="{BF347417-0836-4BF5-85A8-600FE83BE314}" presName="sibTrans" presStyleCnt="0"/>
      <dgm:spPr/>
    </dgm:pt>
    <dgm:pt modelId="{94107659-7E41-4BF0-B53A-1ABC702C3D69}" type="pres">
      <dgm:prSet presAssocID="{94BE5605-B2EE-4FC6-902C-DA17CD0E70E3}" presName="compNode" presStyleCnt="0"/>
      <dgm:spPr/>
    </dgm:pt>
    <dgm:pt modelId="{A9463457-B4E1-4D0D-9FB5-7254AFD69B6D}" type="pres">
      <dgm:prSet presAssocID="{94BE5605-B2EE-4FC6-902C-DA17CD0E70E3}" presName="bgRect" presStyleLbl="bgShp" presStyleIdx="2" presStyleCnt="3"/>
      <dgm:spPr/>
    </dgm:pt>
    <dgm:pt modelId="{FA10F1FB-A187-4A80-8CBA-8B7F0892F830}" type="pres">
      <dgm:prSet presAssocID="{94BE5605-B2EE-4FC6-902C-DA17CD0E70E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trennt"/>
        </a:ext>
      </dgm:extLst>
    </dgm:pt>
    <dgm:pt modelId="{9B099EAD-398A-4D0B-96DB-B6DE14EF483C}" type="pres">
      <dgm:prSet presAssocID="{94BE5605-B2EE-4FC6-902C-DA17CD0E70E3}" presName="spaceRect" presStyleCnt="0"/>
      <dgm:spPr/>
    </dgm:pt>
    <dgm:pt modelId="{F210B3B7-6A54-49DE-99FD-A5CC118B0FE2}" type="pres">
      <dgm:prSet presAssocID="{94BE5605-B2EE-4FC6-902C-DA17CD0E70E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8AF9720-9566-4A3D-9392-B7CC17E82334}" srcId="{1DA9E6AF-4DCB-434C-9267-CCD55CAD5CD1}" destId="{94BE5605-B2EE-4FC6-902C-DA17CD0E70E3}" srcOrd="2" destOrd="0" parTransId="{103BE226-910D-4E47-B867-61CFBDDF91BC}" sibTransId="{405AFDD3-704B-4EA6-9F49-1806198E8C7B}"/>
    <dgm:cxn modelId="{4E297D25-5F8E-43C8-B56A-F16D79F0EBAC}" srcId="{1DA9E6AF-4DCB-434C-9267-CCD55CAD5CD1}" destId="{3BBD77DE-A8CA-4560-AAAF-B26D4F5C8C37}" srcOrd="0" destOrd="0" parTransId="{443E50B6-7645-4FAA-AC9F-E5E080D32969}" sibTransId="{11CE5C93-E905-425F-A5C8-496575E29313}"/>
    <dgm:cxn modelId="{96221C2F-6230-42CF-809C-3EE74AB9E561}" type="presOf" srcId="{94BE5605-B2EE-4FC6-902C-DA17CD0E70E3}" destId="{F210B3B7-6A54-49DE-99FD-A5CC118B0FE2}" srcOrd="0" destOrd="0" presId="urn:microsoft.com/office/officeart/2018/2/layout/IconVerticalSolidList"/>
    <dgm:cxn modelId="{EB62A73B-8299-4CF8-A422-D5F910F76AB3}" srcId="{1DA9E6AF-4DCB-434C-9267-CCD55CAD5CD1}" destId="{9ED6D6E8-F320-4967-AC0A-519E7EFDF464}" srcOrd="1" destOrd="0" parTransId="{85A5CB40-C681-4025-8681-15D2B0ABBA91}" sibTransId="{BF347417-0836-4BF5-85A8-600FE83BE314}"/>
    <dgm:cxn modelId="{F622A268-3350-447E-812F-C251BF5399E1}" type="presOf" srcId="{9ED6D6E8-F320-4967-AC0A-519E7EFDF464}" destId="{B79D2F77-D83C-4B2A-8B06-9C082323FFC8}" srcOrd="0" destOrd="0" presId="urn:microsoft.com/office/officeart/2018/2/layout/IconVerticalSolidList"/>
    <dgm:cxn modelId="{95B721CD-41CF-42C6-A6D2-2BC32878C439}" type="presOf" srcId="{1DA9E6AF-4DCB-434C-9267-CCD55CAD5CD1}" destId="{534F27CC-8B9E-4581-A471-1653D54687E0}" srcOrd="0" destOrd="0" presId="urn:microsoft.com/office/officeart/2018/2/layout/IconVerticalSolidList"/>
    <dgm:cxn modelId="{A240BCCF-D2B0-4A70-9C79-D25BA38CB9B7}" type="presOf" srcId="{3BBD77DE-A8CA-4560-AAAF-B26D4F5C8C37}" destId="{A2C2E98F-9756-4FED-8228-32B4E2C7251E}" srcOrd="0" destOrd="0" presId="urn:microsoft.com/office/officeart/2018/2/layout/IconVerticalSolidList"/>
    <dgm:cxn modelId="{EBE61F92-5D77-473C-9D94-8DCAB175C68C}" type="presParOf" srcId="{534F27CC-8B9E-4581-A471-1653D54687E0}" destId="{30EBFF07-AF85-4E4E-B772-CB52590BED4D}" srcOrd="0" destOrd="0" presId="urn:microsoft.com/office/officeart/2018/2/layout/IconVerticalSolidList"/>
    <dgm:cxn modelId="{A27FA30F-D8CE-4466-9478-A886146C10F5}" type="presParOf" srcId="{30EBFF07-AF85-4E4E-B772-CB52590BED4D}" destId="{0BE7EBF3-74FE-4312-9B4D-02F8F38FAF24}" srcOrd="0" destOrd="0" presId="urn:microsoft.com/office/officeart/2018/2/layout/IconVerticalSolidList"/>
    <dgm:cxn modelId="{468F5960-D3A8-4C44-B24B-5775140C1898}" type="presParOf" srcId="{30EBFF07-AF85-4E4E-B772-CB52590BED4D}" destId="{D1713BB6-E101-4F8F-A15B-13D8B742BDD2}" srcOrd="1" destOrd="0" presId="urn:microsoft.com/office/officeart/2018/2/layout/IconVerticalSolidList"/>
    <dgm:cxn modelId="{8A122492-BEDD-4A34-9BA8-C6DCDEA2D1CB}" type="presParOf" srcId="{30EBFF07-AF85-4E4E-B772-CB52590BED4D}" destId="{E792508B-7EED-4705-8494-49810DD1763C}" srcOrd="2" destOrd="0" presId="urn:microsoft.com/office/officeart/2018/2/layout/IconVerticalSolidList"/>
    <dgm:cxn modelId="{D52A5047-DA15-4AAC-AC1C-A12BE1D6338B}" type="presParOf" srcId="{30EBFF07-AF85-4E4E-B772-CB52590BED4D}" destId="{A2C2E98F-9756-4FED-8228-32B4E2C7251E}" srcOrd="3" destOrd="0" presId="urn:microsoft.com/office/officeart/2018/2/layout/IconVerticalSolidList"/>
    <dgm:cxn modelId="{C0029259-072A-461F-A7A7-B3848F54F932}" type="presParOf" srcId="{534F27CC-8B9E-4581-A471-1653D54687E0}" destId="{230CB52B-BCEB-468E-819F-0DC8B39E2C7F}" srcOrd="1" destOrd="0" presId="urn:microsoft.com/office/officeart/2018/2/layout/IconVerticalSolidList"/>
    <dgm:cxn modelId="{1A9E1C56-20C8-4BE3-8FFE-5C51C4916160}" type="presParOf" srcId="{534F27CC-8B9E-4581-A471-1653D54687E0}" destId="{8B61C383-30B0-41FB-8245-AB6176AA6603}" srcOrd="2" destOrd="0" presId="urn:microsoft.com/office/officeart/2018/2/layout/IconVerticalSolidList"/>
    <dgm:cxn modelId="{20F25FED-07E3-43B6-9971-F5E6794950F6}" type="presParOf" srcId="{8B61C383-30B0-41FB-8245-AB6176AA6603}" destId="{84733FB3-AB22-4E06-9957-59390B979B86}" srcOrd="0" destOrd="0" presId="urn:microsoft.com/office/officeart/2018/2/layout/IconVerticalSolidList"/>
    <dgm:cxn modelId="{174DBD83-3776-453C-8514-9E6A11C8D447}" type="presParOf" srcId="{8B61C383-30B0-41FB-8245-AB6176AA6603}" destId="{5188D530-C124-47AA-9F48-BE4DC5677116}" srcOrd="1" destOrd="0" presId="urn:microsoft.com/office/officeart/2018/2/layout/IconVerticalSolidList"/>
    <dgm:cxn modelId="{28544A38-C608-4E63-B717-70063107C03B}" type="presParOf" srcId="{8B61C383-30B0-41FB-8245-AB6176AA6603}" destId="{E144B4E2-0A12-48F7-A092-AA39A0839B93}" srcOrd="2" destOrd="0" presId="urn:microsoft.com/office/officeart/2018/2/layout/IconVerticalSolidList"/>
    <dgm:cxn modelId="{7D5C5F11-3052-43BA-AAE1-2E4F864F6E47}" type="presParOf" srcId="{8B61C383-30B0-41FB-8245-AB6176AA6603}" destId="{B79D2F77-D83C-4B2A-8B06-9C082323FFC8}" srcOrd="3" destOrd="0" presId="urn:microsoft.com/office/officeart/2018/2/layout/IconVerticalSolidList"/>
    <dgm:cxn modelId="{065C680E-CD92-4B07-A4C0-8ADCAD531261}" type="presParOf" srcId="{534F27CC-8B9E-4581-A471-1653D54687E0}" destId="{AEEB4F5D-C90B-4711-A733-BB192ABC75D6}" srcOrd="3" destOrd="0" presId="urn:microsoft.com/office/officeart/2018/2/layout/IconVerticalSolidList"/>
    <dgm:cxn modelId="{69331068-F70E-41F8-ADEE-12CA33939F49}" type="presParOf" srcId="{534F27CC-8B9E-4581-A471-1653D54687E0}" destId="{94107659-7E41-4BF0-B53A-1ABC702C3D69}" srcOrd="4" destOrd="0" presId="urn:microsoft.com/office/officeart/2018/2/layout/IconVerticalSolidList"/>
    <dgm:cxn modelId="{87FF3FD6-F1D4-46BB-838F-4B55C35B9933}" type="presParOf" srcId="{94107659-7E41-4BF0-B53A-1ABC702C3D69}" destId="{A9463457-B4E1-4D0D-9FB5-7254AFD69B6D}" srcOrd="0" destOrd="0" presId="urn:microsoft.com/office/officeart/2018/2/layout/IconVerticalSolidList"/>
    <dgm:cxn modelId="{16492C76-13C9-4BE6-87A0-533D90AA559F}" type="presParOf" srcId="{94107659-7E41-4BF0-B53A-1ABC702C3D69}" destId="{FA10F1FB-A187-4A80-8CBA-8B7F0892F830}" srcOrd="1" destOrd="0" presId="urn:microsoft.com/office/officeart/2018/2/layout/IconVerticalSolidList"/>
    <dgm:cxn modelId="{E50F1C6E-BA51-47E8-A9CA-54165EB002C6}" type="presParOf" srcId="{94107659-7E41-4BF0-B53A-1ABC702C3D69}" destId="{9B099EAD-398A-4D0B-96DB-B6DE14EF483C}" srcOrd="2" destOrd="0" presId="urn:microsoft.com/office/officeart/2018/2/layout/IconVerticalSolidList"/>
    <dgm:cxn modelId="{F7CFE193-CF11-491F-99DD-5E2C2303A465}" type="presParOf" srcId="{94107659-7E41-4BF0-B53A-1ABC702C3D69}" destId="{F210B3B7-6A54-49DE-99FD-A5CC118B0FE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5000A2-A82C-4016-AA46-7CB2133699B6}">
      <dsp:nvSpPr>
        <dsp:cNvPr id="0" name=""/>
        <dsp:cNvSpPr/>
      </dsp:nvSpPr>
      <dsp:spPr>
        <a:xfrm>
          <a:off x="0" y="2758"/>
          <a:ext cx="50982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64F7EB-8D74-49BA-A05F-211CBC717AF5}">
      <dsp:nvSpPr>
        <dsp:cNvPr id="0" name=""/>
        <dsp:cNvSpPr/>
      </dsp:nvSpPr>
      <dsp:spPr>
        <a:xfrm>
          <a:off x="0" y="2758"/>
          <a:ext cx="5098256" cy="1881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Zunehmende Hitzebelastung</a:t>
          </a:r>
        </a:p>
      </dsp:txBody>
      <dsp:txXfrm>
        <a:off x="0" y="2758"/>
        <a:ext cx="5098256" cy="1881464"/>
      </dsp:txXfrm>
    </dsp:sp>
    <dsp:sp modelId="{F2B0DC3B-369C-4596-B0BA-3CAAB58029B8}">
      <dsp:nvSpPr>
        <dsp:cNvPr id="0" name=""/>
        <dsp:cNvSpPr/>
      </dsp:nvSpPr>
      <dsp:spPr>
        <a:xfrm>
          <a:off x="0" y="1884223"/>
          <a:ext cx="509825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D313B1-654B-4746-B9CD-7AE199C260BC}">
      <dsp:nvSpPr>
        <dsp:cNvPr id="0" name=""/>
        <dsp:cNvSpPr/>
      </dsp:nvSpPr>
      <dsp:spPr>
        <a:xfrm>
          <a:off x="0" y="1884223"/>
          <a:ext cx="5098256" cy="1881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Kombination aus LCZ, LST und Grünflächen</a:t>
          </a:r>
        </a:p>
      </dsp:txBody>
      <dsp:txXfrm>
        <a:off x="0" y="1884223"/>
        <a:ext cx="5098256" cy="1881464"/>
      </dsp:txXfrm>
    </dsp:sp>
    <dsp:sp modelId="{FB6AC70B-7368-46D3-ABC2-C43D4946E529}">
      <dsp:nvSpPr>
        <dsp:cNvPr id="0" name=""/>
        <dsp:cNvSpPr/>
      </dsp:nvSpPr>
      <dsp:spPr>
        <a:xfrm>
          <a:off x="0" y="3765688"/>
          <a:ext cx="509825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E88F92-3AAF-4B58-81EF-F0C2A7BD27CB}">
      <dsp:nvSpPr>
        <dsp:cNvPr id="0" name=""/>
        <dsp:cNvSpPr/>
      </dsp:nvSpPr>
      <dsp:spPr>
        <a:xfrm>
          <a:off x="0" y="3765688"/>
          <a:ext cx="5098256" cy="1881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Ziel: Identifikation vulnerabler Wohngebiete</a:t>
          </a:r>
        </a:p>
      </dsp:txBody>
      <dsp:txXfrm>
        <a:off x="0" y="3765688"/>
        <a:ext cx="5098256" cy="18814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D5801C-A30B-45A5-933D-1CC8F7D8B8A8}">
      <dsp:nvSpPr>
        <dsp:cNvPr id="0" name=""/>
        <dsp:cNvSpPr/>
      </dsp:nvSpPr>
      <dsp:spPr>
        <a:xfrm>
          <a:off x="0" y="0"/>
          <a:ext cx="3990749" cy="90925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LCZ Generator</a:t>
          </a:r>
        </a:p>
      </dsp:txBody>
      <dsp:txXfrm>
        <a:off x="26631" y="26631"/>
        <a:ext cx="2903207" cy="855994"/>
      </dsp:txXfrm>
    </dsp:sp>
    <dsp:sp modelId="{40552D4C-97C6-4ACA-A5F1-866CF885DA71}">
      <dsp:nvSpPr>
        <dsp:cNvPr id="0" name=""/>
        <dsp:cNvSpPr/>
      </dsp:nvSpPr>
      <dsp:spPr>
        <a:xfrm>
          <a:off x="298010" y="1035542"/>
          <a:ext cx="3990749" cy="90925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Landsat 9 Sommer 2025 (LST)</a:t>
          </a:r>
        </a:p>
      </dsp:txBody>
      <dsp:txXfrm>
        <a:off x="324641" y="1062173"/>
        <a:ext cx="3048459" cy="855994"/>
      </dsp:txXfrm>
    </dsp:sp>
    <dsp:sp modelId="{1E72AC97-0A84-478A-94E1-00C8C26D5CE4}">
      <dsp:nvSpPr>
        <dsp:cNvPr id="0" name=""/>
        <dsp:cNvSpPr/>
      </dsp:nvSpPr>
      <dsp:spPr>
        <a:xfrm>
          <a:off x="596020" y="2071084"/>
          <a:ext cx="3990749" cy="90925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Grünflächen aus LCZ A/B</a:t>
          </a:r>
        </a:p>
      </dsp:txBody>
      <dsp:txXfrm>
        <a:off x="622651" y="2097715"/>
        <a:ext cx="3048459" cy="855994"/>
      </dsp:txXfrm>
    </dsp:sp>
    <dsp:sp modelId="{8CBAD87E-9213-4734-9648-B33D80A98CF3}">
      <dsp:nvSpPr>
        <dsp:cNvPr id="0" name=""/>
        <dsp:cNvSpPr/>
      </dsp:nvSpPr>
      <dsp:spPr>
        <a:xfrm>
          <a:off x="894031" y="3106626"/>
          <a:ext cx="3990749" cy="90925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Distanzanalyse (&lt;500 m)</a:t>
          </a:r>
        </a:p>
      </dsp:txBody>
      <dsp:txXfrm>
        <a:off x="920662" y="3133257"/>
        <a:ext cx="3048459" cy="855994"/>
      </dsp:txXfrm>
    </dsp:sp>
    <dsp:sp modelId="{79141499-63E9-4FAD-A86A-57C9C9E7554C}">
      <dsp:nvSpPr>
        <dsp:cNvPr id="0" name=""/>
        <dsp:cNvSpPr/>
      </dsp:nvSpPr>
      <dsp:spPr>
        <a:xfrm>
          <a:off x="1192041" y="4142168"/>
          <a:ext cx="3990749" cy="90925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Vierstufige Vulnerabilitätsklassifikation</a:t>
          </a:r>
        </a:p>
      </dsp:txBody>
      <dsp:txXfrm>
        <a:off x="1218672" y="4168799"/>
        <a:ext cx="3048459" cy="855994"/>
      </dsp:txXfrm>
    </dsp:sp>
    <dsp:sp modelId="{CD406CA7-EFD9-49AB-8AB4-DBCB3EBFAF89}">
      <dsp:nvSpPr>
        <dsp:cNvPr id="0" name=""/>
        <dsp:cNvSpPr/>
      </dsp:nvSpPr>
      <dsp:spPr>
        <a:xfrm>
          <a:off x="3399732" y="664262"/>
          <a:ext cx="591016" cy="59101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3532711" y="664262"/>
        <a:ext cx="325058" cy="444740"/>
      </dsp:txXfrm>
    </dsp:sp>
    <dsp:sp modelId="{09FAE6C6-ABA8-4E4E-AFB5-4EE8C27463AB}">
      <dsp:nvSpPr>
        <dsp:cNvPr id="0" name=""/>
        <dsp:cNvSpPr/>
      </dsp:nvSpPr>
      <dsp:spPr>
        <a:xfrm>
          <a:off x="3697742" y="1699804"/>
          <a:ext cx="591016" cy="591016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3830721" y="1699804"/>
        <a:ext cx="325058" cy="444740"/>
      </dsp:txXfrm>
    </dsp:sp>
    <dsp:sp modelId="{516BDB24-4D43-4DEC-9780-19B2445B8939}">
      <dsp:nvSpPr>
        <dsp:cNvPr id="0" name=""/>
        <dsp:cNvSpPr/>
      </dsp:nvSpPr>
      <dsp:spPr>
        <a:xfrm>
          <a:off x="3995753" y="2720192"/>
          <a:ext cx="591016" cy="591016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4128732" y="2720192"/>
        <a:ext cx="325058" cy="444740"/>
      </dsp:txXfrm>
    </dsp:sp>
    <dsp:sp modelId="{7FCA575B-DE6B-4E5B-950B-6D04D9E9C91B}">
      <dsp:nvSpPr>
        <dsp:cNvPr id="0" name=""/>
        <dsp:cNvSpPr/>
      </dsp:nvSpPr>
      <dsp:spPr>
        <a:xfrm>
          <a:off x="4293763" y="3765837"/>
          <a:ext cx="591016" cy="59101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4426742" y="3765837"/>
        <a:ext cx="325058" cy="4447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E7EBF3-74FE-4312-9B4D-02F8F38FAF24}">
      <dsp:nvSpPr>
        <dsp:cNvPr id="0" name=""/>
        <dsp:cNvSpPr/>
      </dsp:nvSpPr>
      <dsp:spPr>
        <a:xfrm>
          <a:off x="0" y="689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713BB6-E101-4F8F-A15B-13D8B742BDD2}">
      <dsp:nvSpPr>
        <dsp:cNvPr id="0" name=""/>
        <dsp:cNvSpPr/>
      </dsp:nvSpPr>
      <dsp:spPr>
        <a:xfrm>
          <a:off x="488194" y="363809"/>
          <a:ext cx="887626" cy="887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C2E98F-9756-4FED-8228-32B4E2C7251E}">
      <dsp:nvSpPr>
        <dsp:cNvPr id="0" name=""/>
        <dsp:cNvSpPr/>
      </dsp:nvSpPr>
      <dsp:spPr>
        <a:xfrm>
          <a:off x="1864015" y="689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Dichte Bebauung erhöht Wärmebelastung</a:t>
          </a:r>
        </a:p>
      </dsp:txBody>
      <dsp:txXfrm>
        <a:off x="1864015" y="689"/>
        <a:ext cx="3234240" cy="1613866"/>
      </dsp:txXfrm>
    </dsp:sp>
    <dsp:sp modelId="{84733FB3-AB22-4E06-9957-59390B979B86}">
      <dsp:nvSpPr>
        <dsp:cNvPr id="0" name=""/>
        <dsp:cNvSpPr/>
      </dsp:nvSpPr>
      <dsp:spPr>
        <a:xfrm>
          <a:off x="0" y="2018022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88D530-C124-47AA-9F48-BE4DC5677116}">
      <dsp:nvSpPr>
        <dsp:cNvPr id="0" name=""/>
        <dsp:cNvSpPr/>
      </dsp:nvSpPr>
      <dsp:spPr>
        <a:xfrm>
          <a:off x="488194" y="2381142"/>
          <a:ext cx="887626" cy="887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9D2F77-D83C-4B2A-8B06-9C082323FFC8}">
      <dsp:nvSpPr>
        <dsp:cNvPr id="0" name=""/>
        <dsp:cNvSpPr/>
      </dsp:nvSpPr>
      <dsp:spPr>
        <a:xfrm>
          <a:off x="1864015" y="2018022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• Gute </a:t>
          </a:r>
          <a:r>
            <a:rPr lang="en-US" sz="2000" kern="1200" dirty="0" err="1"/>
            <a:t>Grünflächenerreichbarkeit</a:t>
          </a:r>
          <a:r>
            <a:rPr lang="en-US" sz="2000" kern="1200" dirty="0"/>
            <a:t> für 89 %</a:t>
          </a:r>
        </a:p>
      </dsp:txBody>
      <dsp:txXfrm>
        <a:off x="1864015" y="2018022"/>
        <a:ext cx="3234240" cy="1613866"/>
      </dsp:txXfrm>
    </dsp:sp>
    <dsp:sp modelId="{A9463457-B4E1-4D0D-9FB5-7254AFD69B6D}">
      <dsp:nvSpPr>
        <dsp:cNvPr id="0" name=""/>
        <dsp:cNvSpPr/>
      </dsp:nvSpPr>
      <dsp:spPr>
        <a:xfrm>
          <a:off x="0" y="4035355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10F1FB-A187-4A80-8CBA-8B7F0892F830}">
      <dsp:nvSpPr>
        <dsp:cNvPr id="0" name=""/>
        <dsp:cNvSpPr/>
      </dsp:nvSpPr>
      <dsp:spPr>
        <a:xfrm>
          <a:off x="488194" y="4398475"/>
          <a:ext cx="887626" cy="887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10B3B7-6A54-49DE-99FD-A5CC118B0FE2}">
      <dsp:nvSpPr>
        <dsp:cNvPr id="0" name=""/>
        <dsp:cNvSpPr/>
      </dsp:nvSpPr>
      <dsp:spPr>
        <a:xfrm>
          <a:off x="1864015" y="4035355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Grenzen: LST, Luftlinie, 100-m-Auflösung</a:t>
          </a:r>
        </a:p>
      </dsp:txBody>
      <dsp:txXfrm>
        <a:off x="1864015" y="4035355"/>
        <a:ext cx="3234240" cy="16138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0065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710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6193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882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51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787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761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74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2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635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653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GIS for Sustainable Cities and Climate Action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t>Leon Faller</a:t>
            </a:r>
          </a:p>
          <a:p>
            <a:r>
              <a:t>Analyse hitzebelasteter Wohngebiete in Wiesbaden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de-DE" sz="3100">
                <a:solidFill>
                  <a:srgbClr val="FFFFFF"/>
                </a:solidFill>
              </a:rPr>
              <a:t>Motivation &amp; Ziel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79666B-B226-0122-22E5-57BCA2930A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6050593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B16355-27FB-445B-B646-02AB73637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2909" y="634946"/>
            <a:ext cx="2529396" cy="5055904"/>
          </a:xfrm>
        </p:spPr>
        <p:txBody>
          <a:bodyPr anchor="ctr">
            <a:normAutofit/>
          </a:bodyPr>
          <a:lstStyle/>
          <a:p>
            <a:r>
              <a:t>Methodik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6DA680F-F6AC-453E-A8BF-C5BDED285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92733" y="1791298"/>
            <a:ext cx="0" cy="274320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B3BF2E5-C3AB-441F-A430-491119C56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07C90B-B81A-473B-8919-CA924E61F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9C6118-8E24-0F21-9F3B-72545ABBDC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5267876"/>
              </p:ext>
            </p:extLst>
          </p:nvPr>
        </p:nvGraphicFramePr>
        <p:xfrm>
          <a:off x="475059" y="639763"/>
          <a:ext cx="5182791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2103875"/>
          </a:xfrm>
        </p:spPr>
        <p:txBody>
          <a:bodyPr>
            <a:normAutofit/>
          </a:bodyPr>
          <a:lstStyle/>
          <a:p>
            <a:r>
              <a:rPr lang="de-DE" sz="3100">
                <a:solidFill>
                  <a:srgbClr val="FFFFFF"/>
                </a:solidFill>
              </a:rPr>
              <a:t>Ergebnisse: LCZ und LST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278" y="2653800"/>
            <a:ext cx="2313633" cy="3335519"/>
          </a:xfrm>
        </p:spPr>
        <p:txBody>
          <a:bodyPr>
            <a:normAutofit/>
          </a:bodyPr>
          <a:lstStyle/>
          <a:p>
            <a:pPr>
              <a:defRPr sz="2400"/>
            </a:pPr>
            <a:r>
              <a:rPr lang="de-DE" sz="1300" dirty="0">
                <a:solidFill>
                  <a:srgbClr val="FFFFFF"/>
                </a:solidFill>
              </a:rPr>
              <a:t>• LCZ 6 dominiert (~58 %)</a:t>
            </a:r>
          </a:p>
          <a:p>
            <a:pPr>
              <a:defRPr sz="2400"/>
            </a:pPr>
            <a:r>
              <a:rPr lang="de-DE" sz="1300" dirty="0">
                <a:solidFill>
                  <a:srgbClr val="FFFFFF"/>
                </a:solidFill>
              </a:rPr>
              <a:t>• Höchste mittlere LST: LCZ 2 (42.6 °C)</a:t>
            </a:r>
          </a:p>
          <a:p>
            <a:pPr>
              <a:defRPr sz="2400"/>
            </a:pPr>
            <a:r>
              <a:rPr lang="de-DE" sz="1300" dirty="0">
                <a:solidFill>
                  <a:srgbClr val="FFFFFF"/>
                </a:solidFill>
              </a:rPr>
              <a:t>• Niedrigste mittlere LST: LCZ 9 (33.8 °C)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pic>
        <p:nvPicPr>
          <p:cNvPr id="5" name="Grafik 4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C16CBD21-377A-80E2-05D9-9D203979B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512" y="3136143"/>
            <a:ext cx="5098562" cy="23708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2103875"/>
          </a:xfrm>
        </p:spPr>
        <p:txBody>
          <a:bodyPr>
            <a:normAutofit/>
          </a:bodyPr>
          <a:lstStyle/>
          <a:p>
            <a:r>
              <a:rPr lang="de-DE" sz="3100">
                <a:solidFill>
                  <a:srgbClr val="FFFFFF"/>
                </a:solidFill>
              </a:rPr>
              <a:t>Ergebnisse: Vulnerabilität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278" y="2653800"/>
            <a:ext cx="2313633" cy="3335519"/>
          </a:xfrm>
        </p:spPr>
        <p:txBody>
          <a:bodyPr>
            <a:normAutofit/>
          </a:bodyPr>
          <a:lstStyle/>
          <a:p>
            <a:pPr>
              <a:defRPr sz="2400"/>
            </a:pPr>
            <a:r>
              <a:rPr lang="de-DE" sz="1300" dirty="0">
                <a:solidFill>
                  <a:srgbClr val="FFFFFF"/>
                </a:solidFill>
              </a:rPr>
              <a:t>• 55.7 % Klasse 3</a:t>
            </a:r>
          </a:p>
          <a:p>
            <a:pPr>
              <a:defRPr sz="2400"/>
            </a:pPr>
            <a:r>
              <a:rPr lang="de-DE" sz="1300" dirty="0">
                <a:solidFill>
                  <a:srgbClr val="FFFFFF"/>
                </a:solidFill>
              </a:rPr>
              <a:t>• 33.8 % Klasse 1</a:t>
            </a:r>
          </a:p>
          <a:p>
            <a:pPr>
              <a:defRPr sz="2400"/>
            </a:pPr>
            <a:r>
              <a:rPr lang="de-DE" sz="1300" dirty="0">
                <a:solidFill>
                  <a:srgbClr val="FFFFFF"/>
                </a:solidFill>
              </a:rPr>
              <a:t>• 9.7 % Klasse 4</a:t>
            </a:r>
          </a:p>
          <a:p>
            <a:pPr>
              <a:defRPr sz="2400"/>
            </a:pPr>
            <a:r>
              <a:rPr lang="de-DE" sz="1300" dirty="0">
                <a:solidFill>
                  <a:srgbClr val="FFFFFF"/>
                </a:solidFill>
              </a:rPr>
              <a:t>• 0.9 % Klasse 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pic>
        <p:nvPicPr>
          <p:cNvPr id="5" name="Grafik 4" descr="Ein Bild, das Text, Screenshot, Diagramm, Reihe enthält.">
            <a:extLst>
              <a:ext uri="{FF2B5EF4-FFF2-40B4-BE49-F238E27FC236}">
                <a16:creationId xmlns:a16="http://schemas.microsoft.com/office/drawing/2014/main" id="{93AE2159-66A7-CC40-D51F-2C88CDE03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518" y="1950417"/>
            <a:ext cx="5098562" cy="29571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de-DE" sz="3100">
                <a:solidFill>
                  <a:srgbClr val="FFFFFF"/>
                </a:solidFill>
              </a:rPr>
              <a:t>Diskussion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7407AD-BA17-34CB-9D81-AFF6C0F3F3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9010299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Fazit &amp; Ausblick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GIS eignet sich zur Identifikation von Hitze-Hotspots</a:t>
            </a:r>
          </a:p>
          <a:p>
            <a:pPr>
              <a:defRPr sz="2400"/>
            </a:pPr>
            <a:r>
              <a:t>• Unterstützung kommunaler Planung</a:t>
            </a:r>
          </a:p>
          <a:p>
            <a:pPr>
              <a:defRPr sz="2400"/>
            </a:pPr>
            <a:r>
              <a:t>• Zukünftig: Netzwerkanalyse, Lufttemperatur, Bevölkerungsdaten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ückblick">
  <a:themeElements>
    <a:clrScheme name="Rückblick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ückblick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ückblick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164</Words>
  <Application>Microsoft Office PowerPoint</Application>
  <PresentationFormat>Bildschirmpräsentation (4:3)</PresentationFormat>
  <Paragraphs>30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0" baseType="lpstr">
      <vt:lpstr>Calibri</vt:lpstr>
      <vt:lpstr>Calibri Light</vt:lpstr>
      <vt:lpstr>Rückblick</vt:lpstr>
      <vt:lpstr>GIS for Sustainable Cities and Climate Action</vt:lpstr>
      <vt:lpstr>Motivation &amp; Ziel</vt:lpstr>
      <vt:lpstr>Methodik</vt:lpstr>
      <vt:lpstr>Ergebnisse: LCZ und LST</vt:lpstr>
      <vt:lpstr>Ergebnisse: Vulnerabilität</vt:lpstr>
      <vt:lpstr>Diskussion</vt:lpstr>
      <vt:lpstr>Fazit &amp; Ausblick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Leon Faller</cp:lastModifiedBy>
  <cp:revision>3</cp:revision>
  <dcterms:created xsi:type="dcterms:W3CDTF">2013-01-27T09:14:16Z</dcterms:created>
  <dcterms:modified xsi:type="dcterms:W3CDTF">2026-07-18T10:49:32Z</dcterms:modified>
  <cp:category/>
</cp:coreProperties>
</file>